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87" r:id="rId6"/>
    <p:sldId id="277" r:id="rId7"/>
    <p:sldId id="260" r:id="rId8"/>
    <p:sldId id="284" r:id="rId9"/>
    <p:sldId id="285" r:id="rId10"/>
    <p:sldId id="262" r:id="rId11"/>
    <p:sldId id="286" r:id="rId12"/>
    <p:sldId id="261" r:id="rId13"/>
    <p:sldId id="270" r:id="rId14"/>
    <p:sldId id="280" r:id="rId15"/>
    <p:sldId id="263" r:id="rId16"/>
    <p:sldId id="278" r:id="rId17"/>
    <p:sldId id="264" r:id="rId18"/>
    <p:sldId id="279" r:id="rId19"/>
    <p:sldId id="266" r:id="rId20"/>
    <p:sldId id="271" r:id="rId21"/>
    <p:sldId id="282" r:id="rId22"/>
    <p:sldId id="265" r:id="rId23"/>
    <p:sldId id="267" r:id="rId24"/>
    <p:sldId id="272" r:id="rId25"/>
    <p:sldId id="283" r:id="rId26"/>
    <p:sldId id="273" r:id="rId27"/>
    <p:sldId id="274" r:id="rId28"/>
    <p:sldId id="268" r:id="rId29"/>
    <p:sldId id="275" r:id="rId30"/>
    <p:sldId id="26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B6890-5A2E-4B04-B5A6-D42172752A5B}" v="58" dt="2024-12-05T13:52:17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97" d="100"/>
          <a:sy n="97" d="100"/>
        </p:scale>
        <p:origin x="32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ko Georgiev" userId="00b15eba56a69151" providerId="LiveId" clId="{3D2B6890-5A2E-4B04-B5A6-D42172752A5B}"/>
    <pc:docChg chg="undo custSel addSld delSld modSld sldOrd">
      <pc:chgData name="Mitko Georgiev" userId="00b15eba56a69151" providerId="LiveId" clId="{3D2B6890-5A2E-4B04-B5A6-D42172752A5B}" dt="2024-12-05T13:52:20.648" v="1655" actId="478"/>
      <pc:docMkLst>
        <pc:docMk/>
      </pc:docMkLst>
      <pc:sldChg chg="addSp delSp modSp mod">
        <pc:chgData name="Mitko Georgiev" userId="00b15eba56a69151" providerId="LiveId" clId="{3D2B6890-5A2E-4B04-B5A6-D42172752A5B}" dt="2024-12-02T16:57:33.870" v="55" actId="207"/>
        <pc:sldMkLst>
          <pc:docMk/>
          <pc:sldMk cId="3116633623" sldId="257"/>
        </pc:sldMkLst>
        <pc:spChg chg="add del">
          <ac:chgData name="Mitko Georgiev" userId="00b15eba56a69151" providerId="LiveId" clId="{3D2B6890-5A2E-4B04-B5A6-D42172752A5B}" dt="2024-12-02T16:56:45.785" v="51" actId="11529"/>
          <ac:spMkLst>
            <pc:docMk/>
            <pc:sldMk cId="3116633623" sldId="257"/>
            <ac:spMk id="6" creationId="{753E6BCB-580B-79E3-F1CA-B3DF283C5E74}"/>
          </ac:spMkLst>
        </pc:spChg>
        <pc:spChg chg="add del">
          <ac:chgData name="Mitko Georgiev" userId="00b15eba56a69151" providerId="LiveId" clId="{3D2B6890-5A2E-4B04-B5A6-D42172752A5B}" dt="2024-12-02T16:56:56.698" v="53" actId="11529"/>
          <ac:spMkLst>
            <pc:docMk/>
            <pc:sldMk cId="3116633623" sldId="257"/>
            <ac:spMk id="7" creationId="{B8AC8DD5-1321-317C-3498-984D369E02AB}"/>
          </ac:spMkLst>
        </pc:spChg>
        <pc:spChg chg="add mod">
          <ac:chgData name="Mitko Georgiev" userId="00b15eba56a69151" providerId="LiveId" clId="{3D2B6890-5A2E-4B04-B5A6-D42172752A5B}" dt="2024-12-02T16:57:33.870" v="55" actId="207"/>
          <ac:spMkLst>
            <pc:docMk/>
            <pc:sldMk cId="3116633623" sldId="257"/>
            <ac:spMk id="8" creationId="{A254B983-9CE8-FC7F-ED49-5980BEF348F1}"/>
          </ac:spMkLst>
        </pc:spChg>
      </pc:sldChg>
      <pc:sldChg chg="addSp delSp modSp mod">
        <pc:chgData name="Mitko Georgiev" userId="00b15eba56a69151" providerId="LiveId" clId="{3D2B6890-5A2E-4B04-B5A6-D42172752A5B}" dt="2024-12-03T12:32:02.146" v="56" actId="14100"/>
        <pc:sldMkLst>
          <pc:docMk/>
          <pc:sldMk cId="1556922487" sldId="258"/>
        </pc:sldMkLst>
        <pc:spChg chg="add del mod">
          <ac:chgData name="Mitko Georgiev" userId="00b15eba56a69151" providerId="LiveId" clId="{3D2B6890-5A2E-4B04-B5A6-D42172752A5B}" dt="2024-12-02T16:47:37.610" v="6"/>
          <ac:spMkLst>
            <pc:docMk/>
            <pc:sldMk cId="1556922487" sldId="258"/>
            <ac:spMk id="11" creationId="{BCC23984-52ED-F5EA-364B-8D8772238DEB}"/>
          </ac:spMkLst>
        </pc:spChg>
        <pc:spChg chg="add del mod">
          <ac:chgData name="Mitko Georgiev" userId="00b15eba56a69151" providerId="LiveId" clId="{3D2B6890-5A2E-4B04-B5A6-D42172752A5B}" dt="2024-12-02T16:51:17.666" v="18" actId="478"/>
          <ac:spMkLst>
            <pc:docMk/>
            <pc:sldMk cId="1556922487" sldId="258"/>
            <ac:spMk id="15" creationId="{770C6479-F92E-04B1-627C-0214DF968353}"/>
          </ac:spMkLst>
        </pc:spChg>
        <pc:spChg chg="add del mod">
          <ac:chgData name="Mitko Georgiev" userId="00b15eba56a69151" providerId="LiveId" clId="{3D2B6890-5A2E-4B04-B5A6-D42172752A5B}" dt="2024-12-02T16:53:09.209" v="32" actId="478"/>
          <ac:spMkLst>
            <pc:docMk/>
            <pc:sldMk cId="1556922487" sldId="258"/>
            <ac:spMk id="19" creationId="{5CF6C1E6-F7DF-FCBA-1AAF-856874E2BB87}"/>
          </ac:spMkLst>
        </pc:spChg>
        <pc:spChg chg="add del mod">
          <ac:chgData name="Mitko Georgiev" userId="00b15eba56a69151" providerId="LiveId" clId="{3D2B6890-5A2E-4B04-B5A6-D42172752A5B}" dt="2024-12-02T16:54:16.773" v="39" actId="478"/>
          <ac:spMkLst>
            <pc:docMk/>
            <pc:sldMk cId="1556922487" sldId="258"/>
            <ac:spMk id="27" creationId="{401D9AAE-9DC5-7CDF-8BC0-D24612A8D4F9}"/>
          </ac:spMkLst>
        </pc:spChg>
        <pc:spChg chg="add del mod">
          <ac:chgData name="Mitko Georgiev" userId="00b15eba56a69151" providerId="LiveId" clId="{3D2B6890-5A2E-4B04-B5A6-D42172752A5B}" dt="2024-12-02T16:54:27.818" v="43"/>
          <ac:spMkLst>
            <pc:docMk/>
            <pc:sldMk cId="1556922487" sldId="258"/>
            <ac:spMk id="29" creationId="{5FA677A8-6E36-171D-1CFC-9A7D2FFEB0BC}"/>
          </ac:spMkLst>
        </pc:spChg>
        <pc:picChg chg="del">
          <ac:chgData name="Mitko Georgiev" userId="00b15eba56a69151" providerId="LiveId" clId="{3D2B6890-5A2E-4B04-B5A6-D42172752A5B}" dt="2024-12-02T16:47:15.956" v="5" actId="478"/>
          <ac:picMkLst>
            <pc:docMk/>
            <pc:sldMk cId="1556922487" sldId="258"/>
            <ac:picMk id="7" creationId="{39924FE8-0062-8AB6-EB17-1EAB159CF722}"/>
          </ac:picMkLst>
        </pc:picChg>
        <pc:picChg chg="add mod">
          <ac:chgData name="Mitko Georgiev" userId="00b15eba56a69151" providerId="LiveId" clId="{3D2B6890-5A2E-4B04-B5A6-D42172752A5B}" dt="2024-12-02T16:44:10.742" v="4"/>
          <ac:picMkLst>
            <pc:docMk/>
            <pc:sldMk cId="1556922487" sldId="258"/>
            <ac:picMk id="9" creationId="{8BDA3AAB-2CD2-BB74-7EBA-BFC7D02CABDC}"/>
          </ac:picMkLst>
        </pc:picChg>
        <pc:picChg chg="add del mod">
          <ac:chgData name="Mitko Georgiev" userId="00b15eba56a69151" providerId="LiveId" clId="{3D2B6890-5A2E-4B04-B5A6-D42172752A5B}" dt="2024-12-02T16:54:19.257" v="42" actId="478"/>
          <ac:picMkLst>
            <pc:docMk/>
            <pc:sldMk cId="1556922487" sldId="258"/>
            <ac:picMk id="13" creationId="{BF5A4D5E-9A97-A08D-569C-33643AD89DB2}"/>
          </ac:picMkLst>
        </pc:picChg>
        <pc:picChg chg="add mod">
          <ac:chgData name="Mitko Georgiev" userId="00b15eba56a69151" providerId="LiveId" clId="{3D2B6890-5A2E-4B04-B5A6-D42172752A5B}" dt="2024-12-02T16:51:17.270" v="17"/>
          <ac:picMkLst>
            <pc:docMk/>
            <pc:sldMk cId="1556922487" sldId="258"/>
            <ac:picMk id="17" creationId="{74E1FEFD-3859-5468-4095-77BC6DBC6E45}"/>
          </ac:picMkLst>
        </pc:picChg>
        <pc:picChg chg="add mod">
          <ac:chgData name="Mitko Georgiev" userId="00b15eba56a69151" providerId="LiveId" clId="{3D2B6890-5A2E-4B04-B5A6-D42172752A5B}" dt="2024-12-02T16:53:08.648" v="31"/>
          <ac:picMkLst>
            <pc:docMk/>
            <pc:sldMk cId="1556922487" sldId="258"/>
            <ac:picMk id="21" creationId="{1662EFEB-D420-5511-79E2-892875F1095B}"/>
          </ac:picMkLst>
        </pc:picChg>
        <pc:picChg chg="add del mod">
          <ac:chgData name="Mitko Georgiev" userId="00b15eba56a69151" providerId="LiveId" clId="{3D2B6890-5A2E-4B04-B5A6-D42172752A5B}" dt="2024-12-02T16:53:07.791" v="29"/>
          <ac:picMkLst>
            <pc:docMk/>
            <pc:sldMk cId="1556922487" sldId="258"/>
            <ac:picMk id="23" creationId="{4C803E25-94F6-7DF7-F364-FC223D6FFF49}"/>
          </ac:picMkLst>
        </pc:picChg>
        <pc:picChg chg="add mod">
          <ac:chgData name="Mitko Georgiev" userId="00b15eba56a69151" providerId="LiveId" clId="{3D2B6890-5A2E-4B04-B5A6-D42172752A5B}" dt="2024-12-02T16:54:17.723" v="41"/>
          <ac:picMkLst>
            <pc:docMk/>
            <pc:sldMk cId="1556922487" sldId="258"/>
            <ac:picMk id="25" creationId="{CCCA143A-3967-8A02-BD81-ECB98B05AD3A}"/>
          </ac:picMkLst>
        </pc:picChg>
        <pc:picChg chg="add mod">
          <ac:chgData name="Mitko Georgiev" userId="00b15eba56a69151" providerId="LiveId" clId="{3D2B6890-5A2E-4B04-B5A6-D42172752A5B}" dt="2024-12-03T12:32:02.146" v="56" actId="14100"/>
          <ac:picMkLst>
            <pc:docMk/>
            <pc:sldMk cId="1556922487" sldId="258"/>
            <ac:picMk id="31" creationId="{A3051089-5F35-F427-C252-8B21AFC156F1}"/>
          </ac:picMkLst>
        </pc:picChg>
      </pc:sldChg>
      <pc:sldChg chg="modSp new mod ord">
        <pc:chgData name="Mitko Georgiev" userId="00b15eba56a69151" providerId="LiveId" clId="{3D2B6890-5A2E-4B04-B5A6-D42172752A5B}" dt="2024-12-04T21:12:30.485" v="649"/>
        <pc:sldMkLst>
          <pc:docMk/>
          <pc:sldMk cId="3327084067" sldId="259"/>
        </pc:sldMkLst>
        <pc:spChg chg="mod">
          <ac:chgData name="Mitko Georgiev" userId="00b15eba56a69151" providerId="LiveId" clId="{3D2B6890-5A2E-4B04-B5A6-D42172752A5B}" dt="2024-12-04T21:00:06.082" v="80" actId="313"/>
          <ac:spMkLst>
            <pc:docMk/>
            <pc:sldMk cId="3327084067" sldId="259"/>
            <ac:spMk id="2" creationId="{D3E6DB1D-5990-2E9A-A20D-70DDA86B8B2C}"/>
          </ac:spMkLst>
        </pc:spChg>
        <pc:spChg chg="mod">
          <ac:chgData name="Mitko Georgiev" userId="00b15eba56a69151" providerId="LiveId" clId="{3D2B6890-5A2E-4B04-B5A6-D42172752A5B}" dt="2024-12-04T21:12:24.317" v="647" actId="313"/>
          <ac:spMkLst>
            <pc:docMk/>
            <pc:sldMk cId="3327084067" sldId="259"/>
            <ac:spMk id="3" creationId="{BE320AF8-CBB2-1FB2-759F-2BB1877CBAE4}"/>
          </ac:spMkLst>
        </pc:spChg>
      </pc:sldChg>
      <pc:sldChg chg="addSp delSp modSp new mod">
        <pc:chgData name="Mitko Georgiev" userId="00b15eba56a69151" providerId="LiveId" clId="{3D2B6890-5A2E-4B04-B5A6-D42172752A5B}" dt="2024-12-05T03:01:52.721" v="1224" actId="20577"/>
        <pc:sldMkLst>
          <pc:docMk/>
          <pc:sldMk cId="1788703300" sldId="260"/>
        </pc:sldMkLst>
        <pc:spChg chg="mod">
          <ac:chgData name="Mitko Georgiev" userId="00b15eba56a69151" providerId="LiveId" clId="{3D2B6890-5A2E-4B04-B5A6-D42172752A5B}" dt="2024-12-05T03:01:52.721" v="1224" actId="20577"/>
          <ac:spMkLst>
            <pc:docMk/>
            <pc:sldMk cId="1788703300" sldId="260"/>
            <ac:spMk id="2" creationId="{D885A7B9-158C-C0E7-2C86-B9BA336DCAAA}"/>
          </ac:spMkLst>
        </pc:spChg>
        <pc:spChg chg="del mod">
          <ac:chgData name="Mitko Georgiev" userId="00b15eba56a69151" providerId="LiveId" clId="{3D2B6890-5A2E-4B04-B5A6-D42172752A5B}" dt="2024-12-05T01:56:45.054" v="974"/>
          <ac:spMkLst>
            <pc:docMk/>
            <pc:sldMk cId="1788703300" sldId="260"/>
            <ac:spMk id="3" creationId="{A198C05B-2351-4817-F0DF-A313721E609B}"/>
          </ac:spMkLst>
        </pc:spChg>
        <pc:spChg chg="add">
          <ac:chgData name="Mitko Georgiev" userId="00b15eba56a69151" providerId="LiveId" clId="{3D2B6890-5A2E-4B04-B5A6-D42172752A5B}" dt="2024-12-05T01:56:40.773" v="972"/>
          <ac:spMkLst>
            <pc:docMk/>
            <pc:sldMk cId="1788703300" sldId="260"/>
            <ac:spMk id="4" creationId="{3A6E4E44-0F15-663E-6FC0-B23ED67A3B75}"/>
          </ac:spMkLst>
        </pc:spChg>
        <pc:spChg chg="add mod">
          <ac:chgData name="Mitko Georgiev" userId="00b15eba56a69151" providerId="LiveId" clId="{3D2B6890-5A2E-4B04-B5A6-D42172752A5B}" dt="2024-12-05T01:57:03.191" v="981" actId="20577"/>
          <ac:spMkLst>
            <pc:docMk/>
            <pc:sldMk cId="1788703300" sldId="260"/>
            <ac:spMk id="5" creationId="{3C3848FF-CAF0-7FE5-046E-F833B1FA96FF}"/>
          </ac:spMkLst>
        </pc:spChg>
      </pc:sldChg>
      <pc:sldChg chg="addSp delSp modSp new mod">
        <pc:chgData name="Mitko Georgiev" userId="00b15eba56a69151" providerId="LiveId" clId="{3D2B6890-5A2E-4B04-B5A6-D42172752A5B}" dt="2024-12-05T02:07:24.686" v="1133" actId="403"/>
        <pc:sldMkLst>
          <pc:docMk/>
          <pc:sldMk cId="2924243742" sldId="261"/>
        </pc:sldMkLst>
        <pc:spChg chg="mod">
          <ac:chgData name="Mitko Georgiev" userId="00b15eba56a69151" providerId="LiveId" clId="{3D2B6890-5A2E-4B04-B5A6-D42172752A5B}" dt="2024-12-05T01:54:13.440" v="965"/>
          <ac:spMkLst>
            <pc:docMk/>
            <pc:sldMk cId="2924243742" sldId="261"/>
            <ac:spMk id="2" creationId="{8D8E1DCA-30A1-67A9-C866-6C9F1E2C8A75}"/>
          </ac:spMkLst>
        </pc:spChg>
        <pc:spChg chg="del mod">
          <ac:chgData name="Mitko Georgiev" userId="00b15eba56a69151" providerId="LiveId" clId="{3D2B6890-5A2E-4B04-B5A6-D42172752A5B}" dt="2024-12-05T01:58:14.256" v="991"/>
          <ac:spMkLst>
            <pc:docMk/>
            <pc:sldMk cId="2924243742" sldId="261"/>
            <ac:spMk id="3" creationId="{A0BA7691-242B-333F-ABC7-F0C17F9A80D9}"/>
          </ac:spMkLst>
        </pc:spChg>
        <pc:spChg chg="add">
          <ac:chgData name="Mitko Georgiev" userId="00b15eba56a69151" providerId="LiveId" clId="{3D2B6890-5A2E-4B04-B5A6-D42172752A5B}" dt="2024-12-05T01:58:11.653" v="989"/>
          <ac:spMkLst>
            <pc:docMk/>
            <pc:sldMk cId="2924243742" sldId="261"/>
            <ac:spMk id="4" creationId="{0938F006-0A9A-A076-8A15-5F749AE1B26E}"/>
          </ac:spMkLst>
        </pc:spChg>
        <pc:spChg chg="add mod">
          <ac:chgData name="Mitko Georgiev" userId="00b15eba56a69151" providerId="LiveId" clId="{3D2B6890-5A2E-4B04-B5A6-D42172752A5B}" dt="2024-12-05T02:07:24.686" v="1133" actId="403"/>
          <ac:spMkLst>
            <pc:docMk/>
            <pc:sldMk cId="2924243742" sldId="261"/>
            <ac:spMk id="5" creationId="{342F08E0-2332-7C00-F7F8-6D7222C023F9}"/>
          </ac:spMkLst>
        </pc:spChg>
      </pc:sldChg>
      <pc:sldChg chg="addSp delSp modSp new mod ord">
        <pc:chgData name="Mitko Georgiev" userId="00b15eba56a69151" providerId="LiveId" clId="{3D2B6890-5A2E-4B04-B5A6-D42172752A5B}" dt="2024-12-05T01:57:40.316" v="988" actId="20577"/>
        <pc:sldMkLst>
          <pc:docMk/>
          <pc:sldMk cId="2035079831" sldId="262"/>
        </pc:sldMkLst>
        <pc:spChg chg="mod">
          <ac:chgData name="Mitko Georgiev" userId="00b15eba56a69151" providerId="LiveId" clId="{3D2B6890-5A2E-4B04-B5A6-D42172752A5B}" dt="2024-12-05T01:52:00.152" v="940"/>
          <ac:spMkLst>
            <pc:docMk/>
            <pc:sldMk cId="2035079831" sldId="262"/>
            <ac:spMk id="2" creationId="{8C4D16E5-E450-AF05-769F-23AFCBDA5237}"/>
          </ac:spMkLst>
        </pc:spChg>
        <pc:spChg chg="del">
          <ac:chgData name="Mitko Georgiev" userId="00b15eba56a69151" providerId="LiveId" clId="{3D2B6890-5A2E-4B04-B5A6-D42172752A5B}" dt="2024-12-05T01:52:22.048" v="941"/>
          <ac:spMkLst>
            <pc:docMk/>
            <pc:sldMk cId="2035079831" sldId="262"/>
            <ac:spMk id="3" creationId="{D9770947-C894-C0DF-D411-00B9B8901E98}"/>
          </ac:spMkLst>
        </pc:spChg>
        <pc:spChg chg="add del mod">
          <ac:chgData name="Mitko Georgiev" userId="00b15eba56a69151" providerId="LiveId" clId="{3D2B6890-5A2E-4B04-B5A6-D42172752A5B}" dt="2024-12-05T01:57:22.478" v="983"/>
          <ac:spMkLst>
            <pc:docMk/>
            <pc:sldMk cId="2035079831" sldId="262"/>
            <ac:spMk id="4" creationId="{44B7809D-8106-3473-7604-C9FFD78E85B7}"/>
          </ac:spMkLst>
        </pc:spChg>
        <pc:spChg chg="add mod">
          <ac:chgData name="Mitko Georgiev" userId="00b15eba56a69151" providerId="LiveId" clId="{3D2B6890-5A2E-4B04-B5A6-D42172752A5B}" dt="2024-12-05T01:57:40.316" v="988" actId="20577"/>
          <ac:spMkLst>
            <pc:docMk/>
            <pc:sldMk cId="2035079831" sldId="262"/>
            <ac:spMk id="5" creationId="{6555855E-BD5F-70BB-3CBC-1777391C214B}"/>
          </ac:spMkLst>
        </pc:spChg>
      </pc:sldChg>
      <pc:sldChg chg="addSp delSp modSp new mod">
        <pc:chgData name="Mitko Georgiev" userId="00b15eba56a69151" providerId="LiveId" clId="{3D2B6890-5A2E-4B04-B5A6-D42172752A5B}" dt="2024-12-05T02:01:26.462" v="1061" actId="20577"/>
        <pc:sldMkLst>
          <pc:docMk/>
          <pc:sldMk cId="2822549091" sldId="263"/>
        </pc:sldMkLst>
        <pc:spChg chg="mod">
          <ac:chgData name="Mitko Georgiev" userId="00b15eba56a69151" providerId="LiveId" clId="{3D2B6890-5A2E-4B04-B5A6-D42172752A5B}" dt="2024-12-05T02:00:24.589" v="1045"/>
          <ac:spMkLst>
            <pc:docMk/>
            <pc:sldMk cId="2822549091" sldId="263"/>
            <ac:spMk id="2" creationId="{7F57A4EC-6F91-72A7-3D1A-C4DFBE879C22}"/>
          </ac:spMkLst>
        </pc:spChg>
        <pc:spChg chg="del mod">
          <ac:chgData name="Mitko Georgiev" userId="00b15eba56a69151" providerId="LiveId" clId="{3D2B6890-5A2E-4B04-B5A6-D42172752A5B}" dt="2024-12-05T02:01:02.684" v="1053"/>
          <ac:spMkLst>
            <pc:docMk/>
            <pc:sldMk cId="2822549091" sldId="263"/>
            <ac:spMk id="3" creationId="{A3CE1812-AF11-467E-811F-835286E881B2}"/>
          </ac:spMkLst>
        </pc:spChg>
        <pc:spChg chg="add">
          <ac:chgData name="Mitko Georgiev" userId="00b15eba56a69151" providerId="LiveId" clId="{3D2B6890-5A2E-4B04-B5A6-D42172752A5B}" dt="2024-12-05T02:00:59.419" v="1051"/>
          <ac:spMkLst>
            <pc:docMk/>
            <pc:sldMk cId="2822549091" sldId="263"/>
            <ac:spMk id="4" creationId="{73C05527-5FA2-39BE-95E8-151DF7BD7CDF}"/>
          </ac:spMkLst>
        </pc:spChg>
        <pc:spChg chg="add mod">
          <ac:chgData name="Mitko Georgiev" userId="00b15eba56a69151" providerId="LiveId" clId="{3D2B6890-5A2E-4B04-B5A6-D42172752A5B}" dt="2024-12-05T02:01:26.462" v="1061" actId="20577"/>
          <ac:spMkLst>
            <pc:docMk/>
            <pc:sldMk cId="2822549091" sldId="263"/>
            <ac:spMk id="5" creationId="{0A55EAD2-D569-8AEE-BDF7-82669BF826A3}"/>
          </ac:spMkLst>
        </pc:spChg>
      </pc:sldChg>
      <pc:sldChg chg="addSp delSp modSp new mod">
        <pc:chgData name="Mitko Georgiev" userId="00b15eba56a69151" providerId="LiveId" clId="{3D2B6890-5A2E-4B04-B5A6-D42172752A5B}" dt="2024-12-05T02:02:31.019" v="1070" actId="20577"/>
        <pc:sldMkLst>
          <pc:docMk/>
          <pc:sldMk cId="3735856382" sldId="264"/>
        </pc:sldMkLst>
        <pc:spChg chg="mod">
          <ac:chgData name="Mitko Georgiev" userId="00b15eba56a69151" providerId="LiveId" clId="{3D2B6890-5A2E-4B04-B5A6-D42172752A5B}" dt="2024-12-05T02:02:04.246" v="1063"/>
          <ac:spMkLst>
            <pc:docMk/>
            <pc:sldMk cId="3735856382" sldId="264"/>
            <ac:spMk id="2" creationId="{D5DAC8B2-3622-7833-EC6E-2C9C6490FF61}"/>
          </ac:spMkLst>
        </pc:spChg>
        <pc:spChg chg="del">
          <ac:chgData name="Mitko Georgiev" userId="00b15eba56a69151" providerId="LiveId" clId="{3D2B6890-5A2E-4B04-B5A6-D42172752A5B}" dt="2024-12-05T02:02:18.777" v="1064"/>
          <ac:spMkLst>
            <pc:docMk/>
            <pc:sldMk cId="3735856382" sldId="264"/>
            <ac:spMk id="3" creationId="{4FA7439B-4E16-5A20-85AD-2AA85899EF7C}"/>
          </ac:spMkLst>
        </pc:spChg>
        <pc:spChg chg="add mod">
          <ac:chgData name="Mitko Georgiev" userId="00b15eba56a69151" providerId="LiveId" clId="{3D2B6890-5A2E-4B04-B5A6-D42172752A5B}" dt="2024-12-05T02:02:31.019" v="1070" actId="20577"/>
          <ac:spMkLst>
            <pc:docMk/>
            <pc:sldMk cId="3735856382" sldId="264"/>
            <ac:spMk id="4" creationId="{EE3D93C1-B1CA-45B6-C21F-244DEB82B382}"/>
          </ac:spMkLst>
        </pc:spChg>
      </pc:sldChg>
      <pc:sldChg chg="addSp delSp modSp new mod ord">
        <pc:chgData name="Mitko Georgiev" userId="00b15eba56a69151" providerId="LiveId" clId="{3D2B6890-5A2E-4B04-B5A6-D42172752A5B}" dt="2024-12-05T03:49:33.922" v="1637"/>
        <pc:sldMkLst>
          <pc:docMk/>
          <pc:sldMk cId="1459750770" sldId="265"/>
        </pc:sldMkLst>
        <pc:spChg chg="mod">
          <ac:chgData name="Mitko Georgiev" userId="00b15eba56a69151" providerId="LiveId" clId="{3D2B6890-5A2E-4B04-B5A6-D42172752A5B}" dt="2024-12-05T02:02:59.867" v="1072"/>
          <ac:spMkLst>
            <pc:docMk/>
            <pc:sldMk cId="1459750770" sldId="265"/>
            <ac:spMk id="2" creationId="{DCC1928B-E783-FDA6-7C2B-13549D08970E}"/>
          </ac:spMkLst>
        </pc:spChg>
        <pc:spChg chg="del">
          <ac:chgData name="Mitko Georgiev" userId="00b15eba56a69151" providerId="LiveId" clId="{3D2B6890-5A2E-4B04-B5A6-D42172752A5B}" dt="2024-12-05T02:03:06.602" v="1073"/>
          <ac:spMkLst>
            <pc:docMk/>
            <pc:sldMk cId="1459750770" sldId="265"/>
            <ac:spMk id="3" creationId="{F189613E-8F29-7B58-0E93-07FC2C8EBFC0}"/>
          </ac:spMkLst>
        </pc:spChg>
        <pc:spChg chg="add mod">
          <ac:chgData name="Mitko Georgiev" userId="00b15eba56a69151" providerId="LiveId" clId="{3D2B6890-5A2E-4B04-B5A6-D42172752A5B}" dt="2024-12-05T02:03:21.871" v="1079" actId="20577"/>
          <ac:spMkLst>
            <pc:docMk/>
            <pc:sldMk cId="1459750770" sldId="265"/>
            <ac:spMk id="4" creationId="{2E5ED750-6006-4540-4A94-147FE32A4E98}"/>
          </ac:spMkLst>
        </pc:spChg>
      </pc:sldChg>
      <pc:sldChg chg="addSp delSp modSp new mod">
        <pc:chgData name="Mitko Georgiev" userId="00b15eba56a69151" providerId="LiveId" clId="{3D2B6890-5A2E-4B04-B5A6-D42172752A5B}" dt="2024-12-05T02:04:02.977" v="1087" actId="20577"/>
        <pc:sldMkLst>
          <pc:docMk/>
          <pc:sldMk cId="2982218687" sldId="266"/>
        </pc:sldMkLst>
        <pc:spChg chg="mod">
          <ac:chgData name="Mitko Georgiev" userId="00b15eba56a69151" providerId="LiveId" clId="{3D2B6890-5A2E-4B04-B5A6-D42172752A5B}" dt="2024-12-05T02:03:44.647" v="1081"/>
          <ac:spMkLst>
            <pc:docMk/>
            <pc:sldMk cId="2982218687" sldId="266"/>
            <ac:spMk id="2" creationId="{2AE76A47-597B-0E97-0954-3668EF0FFB61}"/>
          </ac:spMkLst>
        </pc:spChg>
        <pc:spChg chg="del">
          <ac:chgData name="Mitko Georgiev" userId="00b15eba56a69151" providerId="LiveId" clId="{3D2B6890-5A2E-4B04-B5A6-D42172752A5B}" dt="2024-12-05T02:03:52.826" v="1082"/>
          <ac:spMkLst>
            <pc:docMk/>
            <pc:sldMk cId="2982218687" sldId="266"/>
            <ac:spMk id="3" creationId="{F37EEAAB-8A1D-D855-4931-C1D4F89736E3}"/>
          </ac:spMkLst>
        </pc:spChg>
        <pc:spChg chg="add mod">
          <ac:chgData name="Mitko Georgiev" userId="00b15eba56a69151" providerId="LiveId" clId="{3D2B6890-5A2E-4B04-B5A6-D42172752A5B}" dt="2024-12-05T02:04:02.977" v="1087" actId="20577"/>
          <ac:spMkLst>
            <pc:docMk/>
            <pc:sldMk cId="2982218687" sldId="266"/>
            <ac:spMk id="4" creationId="{0F59C445-5237-FDA2-280E-36A5393D8867}"/>
          </ac:spMkLst>
        </pc:spChg>
      </pc:sldChg>
      <pc:sldChg chg="addSp delSp modSp new mod">
        <pc:chgData name="Mitko Georgiev" userId="00b15eba56a69151" providerId="LiveId" clId="{3D2B6890-5A2E-4B04-B5A6-D42172752A5B}" dt="2024-12-05T02:05:43.235" v="1120" actId="20577"/>
        <pc:sldMkLst>
          <pc:docMk/>
          <pc:sldMk cId="3776619667" sldId="267"/>
        </pc:sldMkLst>
        <pc:spChg chg="mod">
          <ac:chgData name="Mitko Georgiev" userId="00b15eba56a69151" providerId="LiveId" clId="{3D2B6890-5A2E-4B04-B5A6-D42172752A5B}" dt="2024-12-05T02:04:24.401" v="1089"/>
          <ac:spMkLst>
            <pc:docMk/>
            <pc:sldMk cId="3776619667" sldId="267"/>
            <ac:spMk id="2" creationId="{53BFE33F-B63B-164E-482E-17CEA8E5945D}"/>
          </ac:spMkLst>
        </pc:spChg>
        <pc:spChg chg="del">
          <ac:chgData name="Mitko Georgiev" userId="00b15eba56a69151" providerId="LiveId" clId="{3D2B6890-5A2E-4B04-B5A6-D42172752A5B}" dt="2024-12-05T02:04:53.262" v="1090"/>
          <ac:spMkLst>
            <pc:docMk/>
            <pc:sldMk cId="3776619667" sldId="267"/>
            <ac:spMk id="3" creationId="{8B6BBFBB-2934-3100-D888-A557C7B0F27B}"/>
          </ac:spMkLst>
        </pc:spChg>
        <pc:spChg chg="add mod">
          <ac:chgData name="Mitko Georgiev" userId="00b15eba56a69151" providerId="LiveId" clId="{3D2B6890-5A2E-4B04-B5A6-D42172752A5B}" dt="2024-12-05T02:05:43.235" v="1120" actId="20577"/>
          <ac:spMkLst>
            <pc:docMk/>
            <pc:sldMk cId="3776619667" sldId="267"/>
            <ac:spMk id="4" creationId="{92ADE922-08EC-88E2-894E-64787AD6320B}"/>
          </ac:spMkLst>
        </pc:spChg>
      </pc:sldChg>
      <pc:sldChg chg="addSp delSp modSp new mod ord">
        <pc:chgData name="Mitko Georgiev" userId="00b15eba56a69151" providerId="LiveId" clId="{3D2B6890-5A2E-4B04-B5A6-D42172752A5B}" dt="2024-12-05T03:49:47.187" v="1639"/>
        <pc:sldMkLst>
          <pc:docMk/>
          <pc:sldMk cId="896306409" sldId="268"/>
        </pc:sldMkLst>
        <pc:spChg chg="mod">
          <ac:chgData name="Mitko Georgiev" userId="00b15eba56a69151" providerId="LiveId" clId="{3D2B6890-5A2E-4B04-B5A6-D42172752A5B}" dt="2024-12-05T02:06:18.686" v="1122"/>
          <ac:spMkLst>
            <pc:docMk/>
            <pc:sldMk cId="896306409" sldId="268"/>
            <ac:spMk id="2" creationId="{68609CBC-1AA4-9DCA-1FA2-5D4219B29823}"/>
          </ac:spMkLst>
        </pc:spChg>
        <pc:spChg chg="del">
          <ac:chgData name="Mitko Georgiev" userId="00b15eba56a69151" providerId="LiveId" clId="{3D2B6890-5A2E-4B04-B5A6-D42172752A5B}" dt="2024-12-05T02:06:29.139" v="1123"/>
          <ac:spMkLst>
            <pc:docMk/>
            <pc:sldMk cId="896306409" sldId="268"/>
            <ac:spMk id="3" creationId="{8E942255-7454-8B93-2994-9D05E5D0BFC0}"/>
          </ac:spMkLst>
        </pc:spChg>
        <pc:spChg chg="add mod">
          <ac:chgData name="Mitko Georgiev" userId="00b15eba56a69151" providerId="LiveId" clId="{3D2B6890-5A2E-4B04-B5A6-D42172752A5B}" dt="2024-12-05T02:06:50.169" v="1132" actId="5793"/>
          <ac:spMkLst>
            <pc:docMk/>
            <pc:sldMk cId="896306409" sldId="268"/>
            <ac:spMk id="4" creationId="{009D34D0-8D7D-720E-7C83-E2D69BAD59A2}"/>
          </ac:spMkLst>
        </pc:spChg>
      </pc:sldChg>
      <pc:sldChg chg="delSp modSp new mod">
        <pc:chgData name="Mitko Georgiev" userId="00b15eba56a69151" providerId="LiveId" clId="{3D2B6890-5A2E-4B04-B5A6-D42172752A5B}" dt="2024-12-05T02:09:40.611" v="1164" actId="1076"/>
        <pc:sldMkLst>
          <pc:docMk/>
          <pc:sldMk cId="3500109098" sldId="269"/>
        </pc:sldMkLst>
        <pc:spChg chg="mod">
          <ac:chgData name="Mitko Georgiev" userId="00b15eba56a69151" providerId="LiveId" clId="{3D2B6890-5A2E-4B04-B5A6-D42172752A5B}" dt="2024-12-05T02:09:40.611" v="1164" actId="1076"/>
          <ac:spMkLst>
            <pc:docMk/>
            <pc:sldMk cId="3500109098" sldId="269"/>
            <ac:spMk id="2" creationId="{5BA3F58E-9A90-4A05-AB3E-2561ED272AC9}"/>
          </ac:spMkLst>
        </pc:spChg>
        <pc:spChg chg="del">
          <ac:chgData name="Mitko Georgiev" userId="00b15eba56a69151" providerId="LiveId" clId="{3D2B6890-5A2E-4B04-B5A6-D42172752A5B}" dt="2024-12-05T02:08:54.594" v="1147" actId="478"/>
          <ac:spMkLst>
            <pc:docMk/>
            <pc:sldMk cId="3500109098" sldId="269"/>
            <ac:spMk id="3" creationId="{4C893B2F-6077-65AA-7107-25E0D9A00FB7}"/>
          </ac:spMkLst>
        </pc:spChg>
      </pc:sldChg>
      <pc:sldChg chg="new del">
        <pc:chgData name="Mitko Georgiev" userId="00b15eba56a69151" providerId="LiveId" clId="{3D2B6890-5A2E-4B04-B5A6-D42172752A5B}" dt="2024-12-05T02:08:37.832" v="1135" actId="680"/>
        <pc:sldMkLst>
          <pc:docMk/>
          <pc:sldMk cId="3611352087" sldId="269"/>
        </pc:sldMkLst>
      </pc:sldChg>
      <pc:sldChg chg="new del">
        <pc:chgData name="Mitko Georgiev" userId="00b15eba56a69151" providerId="LiveId" clId="{3D2B6890-5A2E-4B04-B5A6-D42172752A5B}" dt="2024-12-05T02:08:40.876" v="1137" actId="680"/>
        <pc:sldMkLst>
          <pc:docMk/>
          <pc:sldMk cId="4294161170" sldId="269"/>
        </pc:sldMkLst>
      </pc:sldChg>
      <pc:sldChg chg="addSp delSp modSp new mod ord setBg modClrScheme chgLayout">
        <pc:chgData name="Mitko Georgiev" userId="00b15eba56a69151" providerId="LiveId" clId="{3D2B6890-5A2E-4B04-B5A6-D42172752A5B}" dt="2024-12-05T03:45:32.147" v="1611"/>
        <pc:sldMkLst>
          <pc:docMk/>
          <pc:sldMk cId="1902241247" sldId="270"/>
        </pc:sldMkLst>
        <pc:spChg chg="mod ord">
          <ac:chgData name="Mitko Georgiev" userId="00b15eba56a69151" providerId="LiveId" clId="{3D2B6890-5A2E-4B04-B5A6-D42172752A5B}" dt="2024-12-05T02:50:20.643" v="1173" actId="26606"/>
          <ac:spMkLst>
            <pc:docMk/>
            <pc:sldMk cId="1902241247" sldId="270"/>
            <ac:spMk id="2" creationId="{F9B1B6AF-3B38-9F51-F40E-55903A9B4145}"/>
          </ac:spMkLst>
        </pc:spChg>
        <pc:spChg chg="add del mod ord">
          <ac:chgData name="Mitko Georgiev" userId="00b15eba56a69151" providerId="LiveId" clId="{3D2B6890-5A2E-4B04-B5A6-D42172752A5B}" dt="2024-12-05T02:50:10.034" v="1171" actId="700"/>
          <ac:spMkLst>
            <pc:docMk/>
            <pc:sldMk cId="1902241247" sldId="270"/>
            <ac:spMk id="3" creationId="{74F04E87-51F5-1369-34C8-055004ACA934}"/>
          </ac:spMkLst>
        </pc:spChg>
        <pc:spChg chg="add del mod ord">
          <ac:chgData name="Mitko Georgiev" userId="00b15eba56a69151" providerId="LiveId" clId="{3D2B6890-5A2E-4B04-B5A6-D42172752A5B}" dt="2024-12-05T02:50:12.245" v="1172"/>
          <ac:spMkLst>
            <pc:docMk/>
            <pc:sldMk cId="1902241247" sldId="270"/>
            <ac:spMk id="11" creationId="{C779A120-BC98-E89B-A14F-4BCE6B579F23}"/>
          </ac:spMkLst>
        </pc:spChg>
        <pc:spChg chg="add mod ord">
          <ac:chgData name="Mitko Georgiev" userId="00b15eba56a69151" providerId="LiveId" clId="{3D2B6890-5A2E-4B04-B5A6-D42172752A5B}" dt="2024-12-05T03:19:06.765" v="1346" actId="1076"/>
          <ac:spMkLst>
            <pc:docMk/>
            <pc:sldMk cId="1902241247" sldId="270"/>
            <ac:spMk id="12" creationId="{0ECC7D67-5B84-6071-6D25-C54ED16FC25B}"/>
          </ac:spMkLst>
        </pc:spChg>
        <pc:spChg chg="add del">
          <ac:chgData name="Mitko Georgiev" userId="00b15eba56a69151" providerId="LiveId" clId="{3D2B6890-5A2E-4B04-B5A6-D42172752A5B}" dt="2024-12-05T03:01:22.537" v="1217" actId="26606"/>
          <ac:spMkLst>
            <pc:docMk/>
            <pc:sldMk cId="1902241247" sldId="270"/>
            <ac:spMk id="20" creationId="{CD94F7C0-1344-4B3C-AFCB-E7F006BB5348}"/>
          </ac:spMkLst>
        </pc:spChg>
        <pc:spChg chg="add">
          <ac:chgData name="Mitko Georgiev" userId="00b15eba56a69151" providerId="LiveId" clId="{3D2B6890-5A2E-4B04-B5A6-D42172752A5B}" dt="2024-12-05T03:01:22.537" v="1217" actId="26606"/>
          <ac:spMkLst>
            <pc:docMk/>
            <pc:sldMk cId="1902241247" sldId="270"/>
            <ac:spMk id="29" creationId="{CD94F7C0-1344-4B3C-AFCB-E7F006BB5348}"/>
          </ac:spMkLst>
        </pc:spChg>
        <pc:graphicFrameChg chg="add mod">
          <ac:chgData name="Mitko Georgiev" userId="00b15eba56a69151" providerId="LiveId" clId="{3D2B6890-5A2E-4B04-B5A6-D42172752A5B}" dt="2024-12-05T02:48:09.302" v="1168"/>
          <ac:graphicFrameMkLst>
            <pc:docMk/>
            <pc:sldMk cId="1902241247" sldId="270"/>
            <ac:graphicFrameMk id="4" creationId="{3DD84DE0-F0C3-C29A-68CC-7C850ED4A559}"/>
          </ac:graphicFrameMkLst>
        </pc:graphicFrameChg>
        <pc:graphicFrameChg chg="add mod">
          <ac:chgData name="Mitko Georgiev" userId="00b15eba56a69151" providerId="LiveId" clId="{3D2B6890-5A2E-4B04-B5A6-D42172752A5B}" dt="2024-12-05T02:48:07.912" v="1167"/>
          <ac:graphicFrameMkLst>
            <pc:docMk/>
            <pc:sldMk cId="1902241247" sldId="270"/>
            <ac:graphicFrameMk id="5" creationId="{575F0670-7519-E7B0-BCE2-367E03C538E4}"/>
          </ac:graphicFrameMkLst>
        </pc:graphicFrameChg>
        <pc:graphicFrameChg chg="add mod">
          <ac:chgData name="Mitko Georgiev" userId="00b15eba56a69151" providerId="LiveId" clId="{3D2B6890-5A2E-4B04-B5A6-D42172752A5B}" dt="2024-12-05T02:48:07.912" v="1167"/>
          <ac:graphicFrameMkLst>
            <pc:docMk/>
            <pc:sldMk cId="1902241247" sldId="270"/>
            <ac:graphicFrameMk id="6" creationId="{39A21E90-9531-1BE2-9A27-695B79DA89CF}"/>
          </ac:graphicFrameMkLst>
        </pc:graphicFrameChg>
        <pc:graphicFrameChg chg="add mod">
          <ac:chgData name="Mitko Georgiev" userId="00b15eba56a69151" providerId="LiveId" clId="{3D2B6890-5A2E-4B04-B5A6-D42172752A5B}" dt="2024-12-05T02:48:07.912" v="1167"/>
          <ac:graphicFrameMkLst>
            <pc:docMk/>
            <pc:sldMk cId="1902241247" sldId="270"/>
            <ac:graphicFrameMk id="7" creationId="{DE006F65-D77E-2944-7502-BCAF4131A2A2}"/>
          </ac:graphicFrameMkLst>
        </pc:graphicFrameChg>
        <pc:graphicFrameChg chg="add mod">
          <ac:chgData name="Mitko Georgiev" userId="00b15eba56a69151" providerId="LiveId" clId="{3D2B6890-5A2E-4B04-B5A6-D42172752A5B}" dt="2024-12-05T02:48:07.912" v="1167"/>
          <ac:graphicFrameMkLst>
            <pc:docMk/>
            <pc:sldMk cId="1902241247" sldId="270"/>
            <ac:graphicFrameMk id="8" creationId="{E70D63D4-4519-559A-D7D1-E4659D4A6923}"/>
          </ac:graphicFrameMkLst>
        </pc:graphicFrameChg>
        <pc:graphicFrameChg chg="add mod">
          <ac:chgData name="Mitko Georgiev" userId="00b15eba56a69151" providerId="LiveId" clId="{3D2B6890-5A2E-4B04-B5A6-D42172752A5B}" dt="2024-12-05T02:48:07.912" v="1167"/>
          <ac:graphicFrameMkLst>
            <pc:docMk/>
            <pc:sldMk cId="1902241247" sldId="270"/>
            <ac:graphicFrameMk id="9" creationId="{61818892-472B-C206-5E7A-80803F566BB0}"/>
          </ac:graphicFrameMkLst>
        </pc:graphicFrameChg>
        <pc:graphicFrameChg chg="add mod">
          <ac:chgData name="Mitko Georgiev" userId="00b15eba56a69151" providerId="LiveId" clId="{3D2B6890-5A2E-4B04-B5A6-D42172752A5B}" dt="2024-12-05T02:48:36.748" v="1170"/>
          <ac:graphicFrameMkLst>
            <pc:docMk/>
            <pc:sldMk cId="1902241247" sldId="270"/>
            <ac:graphicFrameMk id="10" creationId="{7B1406DB-D8C3-BC02-C2B1-21A4097B7F10}"/>
          </ac:graphicFrameMkLst>
        </pc:graphicFrameChg>
        <pc:graphicFrameChg chg="add mod ord modGraphic">
          <ac:chgData name="Mitko Georgiev" userId="00b15eba56a69151" providerId="LiveId" clId="{3D2B6890-5A2E-4B04-B5A6-D42172752A5B}" dt="2024-12-05T03:01:22.537" v="1217" actId="26606"/>
          <ac:graphicFrameMkLst>
            <pc:docMk/>
            <pc:sldMk cId="1902241247" sldId="270"/>
            <ac:graphicFrameMk id="13" creationId="{6AFDB6EF-3214-5010-43B8-22D510CB5F11}"/>
          </ac:graphicFrameMkLst>
        </pc:graphicFrameChg>
        <pc:picChg chg="add del">
          <ac:chgData name="Mitko Georgiev" userId="00b15eba56a69151" providerId="LiveId" clId="{3D2B6890-5A2E-4B04-B5A6-D42172752A5B}" dt="2024-12-05T03:01:22.537" v="1217" actId="26606"/>
          <ac:picMkLst>
            <pc:docMk/>
            <pc:sldMk cId="1902241247" sldId="270"/>
            <ac:picMk id="18" creationId="{BDFADFB3-3D44-49A8-AE3B-A87C61607F7E}"/>
          </ac:picMkLst>
        </pc:picChg>
        <pc:picChg chg="add del">
          <ac:chgData name="Mitko Georgiev" userId="00b15eba56a69151" providerId="LiveId" clId="{3D2B6890-5A2E-4B04-B5A6-D42172752A5B}" dt="2024-12-05T03:01:22.537" v="1217" actId="26606"/>
          <ac:picMkLst>
            <pc:docMk/>
            <pc:sldMk cId="1902241247" sldId="270"/>
            <ac:picMk id="22" creationId="{4EC584A2-4215-4DB8-AE1F-E3768D77E8DE}"/>
          </ac:picMkLst>
        </pc:picChg>
        <pc:picChg chg="add">
          <ac:chgData name="Mitko Georgiev" userId="00b15eba56a69151" providerId="LiveId" clId="{3D2B6890-5A2E-4B04-B5A6-D42172752A5B}" dt="2024-12-05T03:01:22.537" v="1217" actId="26606"/>
          <ac:picMkLst>
            <pc:docMk/>
            <pc:sldMk cId="1902241247" sldId="270"/>
            <ac:picMk id="27" creationId="{BDFADFB3-3D44-49A8-AE3B-A87C61607F7E}"/>
          </ac:picMkLst>
        </pc:picChg>
        <pc:picChg chg="add">
          <ac:chgData name="Mitko Georgiev" userId="00b15eba56a69151" providerId="LiveId" clId="{3D2B6890-5A2E-4B04-B5A6-D42172752A5B}" dt="2024-12-05T03:01:22.537" v="1217" actId="26606"/>
          <ac:picMkLst>
            <pc:docMk/>
            <pc:sldMk cId="1902241247" sldId="270"/>
            <ac:picMk id="31" creationId="{4EC584A2-4215-4DB8-AE1F-E3768D77E8DE}"/>
          </ac:picMkLst>
        </pc:picChg>
      </pc:sldChg>
      <pc:sldChg chg="addSp delSp modSp new mod ord setBg setClrOvrMap">
        <pc:chgData name="Mitko Georgiev" userId="00b15eba56a69151" providerId="LiveId" clId="{3D2B6890-5A2E-4B04-B5A6-D42172752A5B}" dt="2024-12-05T03:46:22.960" v="1621"/>
        <pc:sldMkLst>
          <pc:docMk/>
          <pc:sldMk cId="1924206584" sldId="271"/>
        </pc:sldMkLst>
        <pc:spChg chg="mod">
          <ac:chgData name="Mitko Georgiev" userId="00b15eba56a69151" providerId="LiveId" clId="{3D2B6890-5A2E-4B04-B5A6-D42172752A5B}" dt="2024-12-05T02:55:18.635" v="1211" actId="26606"/>
          <ac:spMkLst>
            <pc:docMk/>
            <pc:sldMk cId="1924206584" sldId="271"/>
            <ac:spMk id="2" creationId="{E8556C01-BA58-9EC2-2A47-7F13A1B9D646}"/>
          </ac:spMkLst>
        </pc:spChg>
        <pc:spChg chg="del">
          <ac:chgData name="Mitko Georgiev" userId="00b15eba56a69151" providerId="LiveId" clId="{3D2B6890-5A2E-4B04-B5A6-D42172752A5B}" dt="2024-12-05T02:51:50.886" v="1181"/>
          <ac:spMkLst>
            <pc:docMk/>
            <pc:sldMk cId="1924206584" sldId="271"/>
            <ac:spMk id="3" creationId="{5541B3D4-774F-65EB-8D8F-1B60ABC5593D}"/>
          </ac:spMkLst>
        </pc:spChg>
        <pc:spChg chg="mod">
          <ac:chgData name="Mitko Georgiev" userId="00b15eba56a69151" providerId="LiveId" clId="{3D2B6890-5A2E-4B04-B5A6-D42172752A5B}" dt="2024-12-05T02:55:23.975" v="1216" actId="404"/>
          <ac:spMkLst>
            <pc:docMk/>
            <pc:sldMk cId="1924206584" sldId="271"/>
            <ac:spMk id="4" creationId="{BA9E754E-6A8A-9252-07A3-887C02556CE3}"/>
          </ac:spMkLst>
        </pc:spChg>
        <pc:spChg chg="add del">
          <ac:chgData name="Mitko Georgiev" userId="00b15eba56a69151" providerId="LiveId" clId="{3D2B6890-5A2E-4B04-B5A6-D42172752A5B}" dt="2024-12-05T02:52:01.349" v="1183" actId="26606"/>
          <ac:spMkLst>
            <pc:docMk/>
            <pc:sldMk cId="1924206584" sldId="271"/>
            <ac:spMk id="12" creationId="{1FDFF85F-F105-40D5-9793-90419158C3BD}"/>
          </ac:spMkLst>
        </pc:spChg>
        <pc:spChg chg="add del">
          <ac:chgData name="Mitko Georgiev" userId="00b15eba56a69151" providerId="LiveId" clId="{3D2B6890-5A2E-4B04-B5A6-D42172752A5B}" dt="2024-12-05T02:52:01.349" v="1183" actId="26606"/>
          <ac:spMkLst>
            <pc:docMk/>
            <pc:sldMk cId="1924206584" sldId="271"/>
            <ac:spMk id="14" creationId="{35AB47A4-BA8C-4250-88BD-D49C68C5F9E9}"/>
          </ac:spMkLst>
        </pc:spChg>
        <pc:spChg chg="add del">
          <ac:chgData name="Mitko Georgiev" userId="00b15eba56a69151" providerId="LiveId" clId="{3D2B6890-5A2E-4B04-B5A6-D42172752A5B}" dt="2024-12-05T02:52:16.779" v="1185" actId="26606"/>
          <ac:spMkLst>
            <pc:docMk/>
            <pc:sldMk cId="1924206584" sldId="271"/>
            <ac:spMk id="21" creationId="{CD94F7C0-1344-4B3C-AFCB-E7F006BB5348}"/>
          </ac:spMkLst>
        </pc:spChg>
        <pc:spChg chg="add del">
          <ac:chgData name="Mitko Georgiev" userId="00b15eba56a69151" providerId="LiveId" clId="{3D2B6890-5A2E-4B04-B5A6-D42172752A5B}" dt="2024-12-05T02:52:23.359" v="1187" actId="26606"/>
          <ac:spMkLst>
            <pc:docMk/>
            <pc:sldMk cId="1924206584" sldId="271"/>
            <ac:spMk id="25" creationId="{1FDFF85F-F105-40D5-9793-90419158C3BD}"/>
          </ac:spMkLst>
        </pc:spChg>
        <pc:spChg chg="add del">
          <ac:chgData name="Mitko Georgiev" userId="00b15eba56a69151" providerId="LiveId" clId="{3D2B6890-5A2E-4B04-B5A6-D42172752A5B}" dt="2024-12-05T02:52:23.359" v="1187" actId="26606"/>
          <ac:spMkLst>
            <pc:docMk/>
            <pc:sldMk cId="1924206584" sldId="271"/>
            <ac:spMk id="26" creationId="{35AB47A4-BA8C-4250-88BD-D49C68C5F9E9}"/>
          </ac:spMkLst>
        </pc:spChg>
        <pc:spChg chg="add del">
          <ac:chgData name="Mitko Georgiev" userId="00b15eba56a69151" providerId="LiveId" clId="{3D2B6890-5A2E-4B04-B5A6-D42172752A5B}" dt="2024-12-05T02:55:18.635" v="1211" actId="26606"/>
          <ac:spMkLst>
            <pc:docMk/>
            <pc:sldMk cId="1924206584" sldId="271"/>
            <ac:spMk id="31" creationId="{CD94F7C0-1344-4B3C-AFCB-E7F006BB5348}"/>
          </ac:spMkLst>
        </pc:spChg>
        <pc:graphicFrameChg chg="add mod ord modGraphic">
          <ac:chgData name="Mitko Georgiev" userId="00b15eba56a69151" providerId="LiveId" clId="{3D2B6890-5A2E-4B04-B5A6-D42172752A5B}" dt="2024-12-05T02:55:18.635" v="1211" actId="26606"/>
          <ac:graphicFrameMkLst>
            <pc:docMk/>
            <pc:sldMk cId="1924206584" sldId="271"/>
            <ac:graphicFrameMk id="5" creationId="{7D6DF31F-92EC-1BCC-11C3-9FF215AF7425}"/>
          </ac:graphicFrameMkLst>
        </pc:graphicFrameChg>
        <pc:picChg chg="add del">
          <ac:chgData name="Mitko Georgiev" userId="00b15eba56a69151" providerId="LiveId" clId="{3D2B6890-5A2E-4B04-B5A6-D42172752A5B}" dt="2024-12-05T02:52:01.349" v="1183" actId="26606"/>
          <ac:picMkLst>
            <pc:docMk/>
            <pc:sldMk cId="1924206584" sldId="271"/>
            <ac:picMk id="10" creationId="{BDFADFB3-3D44-49A8-AE3B-A87C61607F7E}"/>
          </ac:picMkLst>
        </pc:picChg>
        <pc:picChg chg="add del">
          <ac:chgData name="Mitko Georgiev" userId="00b15eba56a69151" providerId="LiveId" clId="{3D2B6890-5A2E-4B04-B5A6-D42172752A5B}" dt="2024-12-05T02:52:01.349" v="1183" actId="26606"/>
          <ac:picMkLst>
            <pc:docMk/>
            <pc:sldMk cId="1924206584" sldId="271"/>
            <ac:picMk id="16" creationId="{66C8958D-EB99-414F-B735-863B67BB14D3}"/>
          </ac:picMkLst>
        </pc:picChg>
        <pc:picChg chg="add del">
          <ac:chgData name="Mitko Georgiev" userId="00b15eba56a69151" providerId="LiveId" clId="{3D2B6890-5A2E-4B04-B5A6-D42172752A5B}" dt="2024-12-05T02:52:01.349" v="1183" actId="26606"/>
          <ac:picMkLst>
            <pc:docMk/>
            <pc:sldMk cId="1924206584" sldId="271"/>
            <ac:picMk id="18" creationId="{39E5F3CB-7BDD-4E64-B274-CD900F08C6F3}"/>
          </ac:picMkLst>
        </pc:picChg>
        <pc:picChg chg="add del">
          <ac:chgData name="Mitko Georgiev" userId="00b15eba56a69151" providerId="LiveId" clId="{3D2B6890-5A2E-4B04-B5A6-D42172752A5B}" dt="2024-12-05T02:52:16.779" v="1185" actId="26606"/>
          <ac:picMkLst>
            <pc:docMk/>
            <pc:sldMk cId="1924206584" sldId="271"/>
            <ac:picMk id="20" creationId="{BDFADFB3-3D44-49A8-AE3B-A87C61607F7E}"/>
          </ac:picMkLst>
        </pc:picChg>
        <pc:picChg chg="add del">
          <ac:chgData name="Mitko Georgiev" userId="00b15eba56a69151" providerId="LiveId" clId="{3D2B6890-5A2E-4B04-B5A6-D42172752A5B}" dt="2024-12-05T02:52:16.779" v="1185" actId="26606"/>
          <ac:picMkLst>
            <pc:docMk/>
            <pc:sldMk cId="1924206584" sldId="271"/>
            <ac:picMk id="22" creationId="{4EC584A2-4215-4DB8-AE1F-E3768D77E8DE}"/>
          </ac:picMkLst>
        </pc:picChg>
        <pc:picChg chg="add del">
          <ac:chgData name="Mitko Georgiev" userId="00b15eba56a69151" providerId="LiveId" clId="{3D2B6890-5A2E-4B04-B5A6-D42172752A5B}" dt="2024-12-05T02:52:23.359" v="1187" actId="26606"/>
          <ac:picMkLst>
            <pc:docMk/>
            <pc:sldMk cId="1924206584" sldId="271"/>
            <ac:picMk id="24" creationId="{BDFADFB3-3D44-49A8-AE3B-A87C61607F7E}"/>
          </ac:picMkLst>
        </pc:picChg>
        <pc:picChg chg="add del">
          <ac:chgData name="Mitko Georgiev" userId="00b15eba56a69151" providerId="LiveId" clId="{3D2B6890-5A2E-4B04-B5A6-D42172752A5B}" dt="2024-12-05T02:52:23.359" v="1187" actId="26606"/>
          <ac:picMkLst>
            <pc:docMk/>
            <pc:sldMk cId="1924206584" sldId="271"/>
            <ac:picMk id="27" creationId="{66C8958D-EB99-414F-B735-863B67BB14D3}"/>
          </ac:picMkLst>
        </pc:picChg>
        <pc:picChg chg="add del">
          <ac:chgData name="Mitko Georgiev" userId="00b15eba56a69151" providerId="LiveId" clId="{3D2B6890-5A2E-4B04-B5A6-D42172752A5B}" dt="2024-12-05T02:52:23.359" v="1187" actId="26606"/>
          <ac:picMkLst>
            <pc:docMk/>
            <pc:sldMk cId="1924206584" sldId="271"/>
            <ac:picMk id="28" creationId="{39E5F3CB-7BDD-4E64-B274-CD900F08C6F3}"/>
          </ac:picMkLst>
        </pc:picChg>
        <pc:picChg chg="add del">
          <ac:chgData name="Mitko Georgiev" userId="00b15eba56a69151" providerId="LiveId" clId="{3D2B6890-5A2E-4B04-B5A6-D42172752A5B}" dt="2024-12-05T02:55:18.635" v="1211" actId="26606"/>
          <ac:picMkLst>
            <pc:docMk/>
            <pc:sldMk cId="1924206584" sldId="271"/>
            <ac:picMk id="30" creationId="{BDFADFB3-3D44-49A8-AE3B-A87C61607F7E}"/>
          </ac:picMkLst>
        </pc:picChg>
        <pc:picChg chg="add del">
          <ac:chgData name="Mitko Georgiev" userId="00b15eba56a69151" providerId="LiveId" clId="{3D2B6890-5A2E-4B04-B5A6-D42172752A5B}" dt="2024-12-05T02:55:18.635" v="1211" actId="26606"/>
          <ac:picMkLst>
            <pc:docMk/>
            <pc:sldMk cId="1924206584" sldId="271"/>
            <ac:picMk id="32" creationId="{4EC584A2-4215-4DB8-AE1F-E3768D77E8DE}"/>
          </ac:picMkLst>
        </pc:picChg>
        <pc:picChg chg="add">
          <ac:chgData name="Mitko Georgiev" userId="00b15eba56a69151" providerId="LiveId" clId="{3D2B6890-5A2E-4B04-B5A6-D42172752A5B}" dt="2024-12-05T02:55:18.635" v="1211" actId="26606"/>
          <ac:picMkLst>
            <pc:docMk/>
            <pc:sldMk cId="1924206584" sldId="271"/>
            <ac:picMk id="37" creationId="{BDFADFB3-3D44-49A8-AE3B-A87C61607F7E}"/>
          </ac:picMkLst>
        </pc:picChg>
      </pc:sldChg>
      <pc:sldChg chg="addSp delSp modSp new mod setBg">
        <pc:chgData name="Mitko Georgiev" userId="00b15eba56a69151" providerId="LiveId" clId="{3D2B6890-5A2E-4B04-B5A6-D42172752A5B}" dt="2024-12-05T03:02:39.762" v="1229" actId="14100"/>
        <pc:sldMkLst>
          <pc:docMk/>
          <pc:sldMk cId="1591522741" sldId="272"/>
        </pc:sldMkLst>
        <pc:spChg chg="mod">
          <ac:chgData name="Mitko Georgiev" userId="00b15eba56a69151" providerId="LiveId" clId="{3D2B6890-5A2E-4B04-B5A6-D42172752A5B}" dt="2024-12-05T03:02:27.644" v="1225" actId="26606"/>
          <ac:spMkLst>
            <pc:docMk/>
            <pc:sldMk cId="1591522741" sldId="272"/>
            <ac:spMk id="2" creationId="{7D80B964-2331-BB9A-32C5-92F943E3D15E}"/>
          </ac:spMkLst>
        </pc:spChg>
        <pc:spChg chg="del">
          <ac:chgData name="Mitko Georgiev" userId="00b15eba56a69151" providerId="LiveId" clId="{3D2B6890-5A2E-4B04-B5A6-D42172752A5B}" dt="2024-12-05T02:54:52.655" v="1206"/>
          <ac:spMkLst>
            <pc:docMk/>
            <pc:sldMk cId="1591522741" sldId="272"/>
            <ac:spMk id="3" creationId="{9E1E279A-B719-79D1-3E3A-50C07D0CCC0E}"/>
          </ac:spMkLst>
        </pc:spChg>
        <pc:spChg chg="mod">
          <ac:chgData name="Mitko Georgiev" userId="00b15eba56a69151" providerId="LiveId" clId="{3D2B6890-5A2E-4B04-B5A6-D42172752A5B}" dt="2024-12-05T03:02:39.762" v="1229" actId="14100"/>
          <ac:spMkLst>
            <pc:docMk/>
            <pc:sldMk cId="1591522741" sldId="272"/>
            <ac:spMk id="4" creationId="{9C76DCFC-ABAF-6DF1-8A6F-EFEB2B1DB772}"/>
          </ac:spMkLst>
        </pc:spChg>
        <pc:spChg chg="add">
          <ac:chgData name="Mitko Georgiev" userId="00b15eba56a69151" providerId="LiveId" clId="{3D2B6890-5A2E-4B04-B5A6-D42172752A5B}" dt="2024-12-05T03:02:27.644" v="1225" actId="26606"/>
          <ac:spMkLst>
            <pc:docMk/>
            <pc:sldMk cId="1591522741" sldId="272"/>
            <ac:spMk id="17" creationId="{CD94F7C0-1344-4B3C-AFCB-E7F006BB5348}"/>
          </ac:spMkLst>
        </pc:spChg>
        <pc:graphicFrameChg chg="add mod ord modGraphic">
          <ac:chgData name="Mitko Georgiev" userId="00b15eba56a69151" providerId="LiveId" clId="{3D2B6890-5A2E-4B04-B5A6-D42172752A5B}" dt="2024-12-05T03:02:27.644" v="1225" actId="26606"/>
          <ac:graphicFrameMkLst>
            <pc:docMk/>
            <pc:sldMk cId="1591522741" sldId="272"/>
            <ac:graphicFrameMk id="5" creationId="{BBF0F971-78A5-BA93-BBB5-018DF01655E9}"/>
          </ac:graphicFrameMkLst>
        </pc:graphicFrameChg>
        <pc:picChg chg="add del">
          <ac:chgData name="Mitko Georgiev" userId="00b15eba56a69151" providerId="LiveId" clId="{3D2B6890-5A2E-4B04-B5A6-D42172752A5B}" dt="2024-12-05T03:02:27.644" v="1225" actId="26606"/>
          <ac:picMkLst>
            <pc:docMk/>
            <pc:sldMk cId="1591522741" sldId="272"/>
            <ac:picMk id="10" creationId="{BDFADFB3-3D44-49A8-AE3B-A87C61607F7E}"/>
          </ac:picMkLst>
        </pc:picChg>
        <pc:picChg chg="add">
          <ac:chgData name="Mitko Georgiev" userId="00b15eba56a69151" providerId="LiveId" clId="{3D2B6890-5A2E-4B04-B5A6-D42172752A5B}" dt="2024-12-05T03:02:27.644" v="1225" actId="26606"/>
          <ac:picMkLst>
            <pc:docMk/>
            <pc:sldMk cId="1591522741" sldId="272"/>
            <ac:picMk id="15" creationId="{BDFADFB3-3D44-49A8-AE3B-A87C61607F7E}"/>
          </ac:picMkLst>
        </pc:picChg>
        <pc:picChg chg="add">
          <ac:chgData name="Mitko Georgiev" userId="00b15eba56a69151" providerId="LiveId" clId="{3D2B6890-5A2E-4B04-B5A6-D42172752A5B}" dt="2024-12-05T03:02:27.644" v="1225" actId="26606"/>
          <ac:picMkLst>
            <pc:docMk/>
            <pc:sldMk cId="1591522741" sldId="272"/>
            <ac:picMk id="19" creationId="{4EC584A2-4215-4DB8-AE1F-E3768D77E8DE}"/>
          </ac:picMkLst>
        </pc:picChg>
      </pc:sldChg>
      <pc:sldChg chg="new del">
        <pc:chgData name="Mitko Georgiev" userId="00b15eba56a69151" providerId="LiveId" clId="{3D2B6890-5A2E-4B04-B5A6-D42172752A5B}" dt="2024-12-05T03:04:49.488" v="1231" actId="680"/>
        <pc:sldMkLst>
          <pc:docMk/>
          <pc:sldMk cId="1105924276" sldId="273"/>
        </pc:sldMkLst>
      </pc:sldChg>
      <pc:sldChg chg="addSp delSp modSp new mod">
        <pc:chgData name="Mitko Georgiev" userId="00b15eba56a69151" providerId="LiveId" clId="{3D2B6890-5A2E-4B04-B5A6-D42172752A5B}" dt="2024-12-05T03:19:14.372" v="1347" actId="1076"/>
        <pc:sldMkLst>
          <pc:docMk/>
          <pc:sldMk cId="3362191446" sldId="273"/>
        </pc:sldMkLst>
        <pc:spChg chg="mod">
          <ac:chgData name="Mitko Georgiev" userId="00b15eba56a69151" providerId="LiveId" clId="{3D2B6890-5A2E-4B04-B5A6-D42172752A5B}" dt="2024-12-05T03:19:14.372" v="1347" actId="1076"/>
          <ac:spMkLst>
            <pc:docMk/>
            <pc:sldMk cId="3362191446" sldId="273"/>
            <ac:spMk id="2" creationId="{1EE9294B-D12E-F48B-FA87-08954672A765}"/>
          </ac:spMkLst>
        </pc:spChg>
        <pc:spChg chg="del">
          <ac:chgData name="Mitko Georgiev" userId="00b15eba56a69151" providerId="LiveId" clId="{3D2B6890-5A2E-4B04-B5A6-D42172752A5B}" dt="2024-12-05T03:05:18.888" v="1243"/>
          <ac:spMkLst>
            <pc:docMk/>
            <pc:sldMk cId="3362191446" sldId="273"/>
            <ac:spMk id="3" creationId="{BEAC6A57-AF98-C56D-B98B-07B9A59B2268}"/>
          </ac:spMkLst>
        </pc:spChg>
        <pc:picChg chg="add mod">
          <ac:chgData name="Mitko Georgiev" userId="00b15eba56a69151" providerId="LiveId" clId="{3D2B6890-5A2E-4B04-B5A6-D42172752A5B}" dt="2024-12-05T03:05:49.912" v="1249" actId="1076"/>
          <ac:picMkLst>
            <pc:docMk/>
            <pc:sldMk cId="3362191446" sldId="273"/>
            <ac:picMk id="5" creationId="{B2BB6679-4A6D-C35A-D293-BE4D013664BA}"/>
          </ac:picMkLst>
        </pc:picChg>
      </pc:sldChg>
      <pc:sldChg chg="addSp delSp modSp new del mod">
        <pc:chgData name="Mitko Georgiev" userId="00b15eba56a69151" providerId="LiveId" clId="{3D2B6890-5A2E-4B04-B5A6-D42172752A5B}" dt="2024-12-05T03:11:45.034" v="1301" actId="2696"/>
        <pc:sldMkLst>
          <pc:docMk/>
          <pc:sldMk cId="1176259140" sldId="274"/>
        </pc:sldMkLst>
        <pc:graphicFrameChg chg="add del mod">
          <ac:chgData name="Mitko Georgiev" userId="00b15eba56a69151" providerId="LiveId" clId="{3D2B6890-5A2E-4B04-B5A6-D42172752A5B}" dt="2024-12-05T03:11:40.679" v="1300" actId="478"/>
          <ac:graphicFrameMkLst>
            <pc:docMk/>
            <pc:sldMk cId="1176259140" sldId="274"/>
            <ac:graphicFrameMk id="2" creationId="{122892B2-32D8-5C3F-4E68-87A3C6B40569}"/>
          </ac:graphicFrameMkLst>
        </pc:graphicFrameChg>
      </pc:sldChg>
      <pc:sldChg chg="addSp delSp modSp new mod ord">
        <pc:chgData name="Mitko Georgiev" userId="00b15eba56a69151" providerId="LiveId" clId="{3D2B6890-5A2E-4B04-B5A6-D42172752A5B}" dt="2024-12-05T03:20:28.536" v="1364" actId="20577"/>
        <pc:sldMkLst>
          <pc:docMk/>
          <pc:sldMk cId="1718905099" sldId="274"/>
        </pc:sldMkLst>
        <pc:spChg chg="mod">
          <ac:chgData name="Mitko Georgiev" userId="00b15eba56a69151" providerId="LiveId" clId="{3D2B6890-5A2E-4B04-B5A6-D42172752A5B}" dt="2024-12-05T03:20:28.536" v="1364" actId="20577"/>
          <ac:spMkLst>
            <pc:docMk/>
            <pc:sldMk cId="1718905099" sldId="274"/>
            <ac:spMk id="2" creationId="{BC592EC0-607D-202B-1540-CC8E45D02D6F}"/>
          </ac:spMkLst>
        </pc:spChg>
        <pc:spChg chg="del">
          <ac:chgData name="Mitko Georgiev" userId="00b15eba56a69151" providerId="LiveId" clId="{3D2B6890-5A2E-4B04-B5A6-D42172752A5B}" dt="2024-12-05T03:12:11.508" v="1303"/>
          <ac:spMkLst>
            <pc:docMk/>
            <pc:sldMk cId="1718905099" sldId="274"/>
            <ac:spMk id="3" creationId="{28C988C9-A251-3F5E-31FF-63500D82FAE7}"/>
          </ac:spMkLst>
        </pc:spChg>
        <pc:spChg chg="del">
          <ac:chgData name="Mitko Georgiev" userId="00b15eba56a69151" providerId="LiveId" clId="{3D2B6890-5A2E-4B04-B5A6-D42172752A5B}" dt="2024-12-05T03:12:18.068" v="1306"/>
          <ac:spMkLst>
            <pc:docMk/>
            <pc:sldMk cId="1718905099" sldId="274"/>
            <ac:spMk id="4" creationId="{29813CF5-139E-5E99-1A8F-45E3B8DEC471}"/>
          </ac:spMkLst>
        </pc:spChg>
        <pc:picChg chg="add mod">
          <ac:chgData name="Mitko Georgiev" userId="00b15eba56a69151" providerId="LiveId" clId="{3D2B6890-5A2E-4B04-B5A6-D42172752A5B}" dt="2024-12-05T03:12:13.127" v="1305" actId="962"/>
          <ac:picMkLst>
            <pc:docMk/>
            <pc:sldMk cId="1718905099" sldId="274"/>
            <ac:picMk id="6" creationId="{5DA185BF-3274-BAC1-4FA3-D1A004FCA4D5}"/>
          </ac:picMkLst>
        </pc:picChg>
        <pc:picChg chg="add mod">
          <ac:chgData name="Mitko Georgiev" userId="00b15eba56a69151" providerId="LiveId" clId="{3D2B6890-5A2E-4B04-B5A6-D42172752A5B}" dt="2024-12-05T03:12:19.265" v="1308" actId="962"/>
          <ac:picMkLst>
            <pc:docMk/>
            <pc:sldMk cId="1718905099" sldId="274"/>
            <ac:picMk id="8" creationId="{54E97D2C-732B-2E58-BE29-F58685A177F0}"/>
          </ac:picMkLst>
        </pc:picChg>
      </pc:sldChg>
      <pc:sldChg chg="addSp delSp modSp new add del mod">
        <pc:chgData name="Mitko Georgiev" userId="00b15eba56a69151" providerId="LiveId" clId="{3D2B6890-5A2E-4B04-B5A6-D42172752A5B}" dt="2024-12-05T03:10:16.804" v="1275" actId="47"/>
        <pc:sldMkLst>
          <pc:docMk/>
          <pc:sldMk cId="2755013860" sldId="274"/>
        </pc:sldMkLst>
        <pc:spChg chg="mod">
          <ac:chgData name="Mitko Georgiev" userId="00b15eba56a69151" providerId="LiveId" clId="{3D2B6890-5A2E-4B04-B5A6-D42172752A5B}" dt="2024-12-05T03:06:07.855" v="1259" actId="20577"/>
          <ac:spMkLst>
            <pc:docMk/>
            <pc:sldMk cId="2755013860" sldId="274"/>
            <ac:spMk id="2" creationId="{C2AFF37A-C194-9013-8882-780C17E4A69A}"/>
          </ac:spMkLst>
        </pc:spChg>
        <pc:graphicFrameChg chg="del mod">
          <ac:chgData name="Mitko Georgiev" userId="00b15eba56a69151" providerId="LiveId" clId="{3D2B6890-5A2E-4B04-B5A6-D42172752A5B}" dt="2024-12-05T03:07:36.578" v="1261" actId="478"/>
          <ac:graphicFrameMkLst>
            <pc:docMk/>
            <pc:sldMk cId="2755013860" sldId="274"/>
            <ac:graphicFrameMk id="4" creationId="{F9A77921-5E56-6453-7029-196246DF9CDA}"/>
          </ac:graphicFrameMkLst>
        </pc:graphicFrameChg>
        <pc:graphicFrameChg chg="add mod">
          <ac:chgData name="Mitko Georgiev" userId="00b15eba56a69151" providerId="LiveId" clId="{3D2B6890-5A2E-4B04-B5A6-D42172752A5B}" dt="2024-12-05T03:09:26.106" v="1263" actId="1076"/>
          <ac:graphicFrameMkLst>
            <pc:docMk/>
            <pc:sldMk cId="2755013860" sldId="274"/>
            <ac:graphicFrameMk id="5" creationId="{7011F96D-F607-A101-D080-B71D0D2FBED5}"/>
          </ac:graphicFrameMkLst>
        </pc:graphicFrameChg>
      </pc:sldChg>
      <pc:sldChg chg="addSp delSp modSp new del mod ord">
        <pc:chgData name="Mitko Georgiev" userId="00b15eba56a69151" providerId="LiveId" clId="{3D2B6890-5A2E-4B04-B5A6-D42172752A5B}" dt="2024-12-05T03:11:21.856" v="1296" actId="47"/>
        <pc:sldMkLst>
          <pc:docMk/>
          <pc:sldMk cId="3769877482" sldId="275"/>
        </pc:sldMkLst>
        <pc:spChg chg="mod">
          <ac:chgData name="Mitko Georgiev" userId="00b15eba56a69151" providerId="LiveId" clId="{3D2B6890-5A2E-4B04-B5A6-D42172752A5B}" dt="2024-12-05T03:10:55.391" v="1292" actId="1076"/>
          <ac:spMkLst>
            <pc:docMk/>
            <pc:sldMk cId="3769877482" sldId="275"/>
            <ac:spMk id="2" creationId="{696DA749-6859-37EA-3F10-37D9111164CE}"/>
          </ac:spMkLst>
        </pc:spChg>
        <pc:spChg chg="del">
          <ac:chgData name="Mitko Georgiev" userId="00b15eba56a69151" providerId="LiveId" clId="{3D2B6890-5A2E-4B04-B5A6-D42172752A5B}" dt="2024-12-05T03:09:42.988" v="1265" actId="34307"/>
          <ac:spMkLst>
            <pc:docMk/>
            <pc:sldMk cId="3769877482" sldId="275"/>
            <ac:spMk id="3" creationId="{BB61211B-E351-842A-41FC-4E116ACD1C84}"/>
          </ac:spMkLst>
        </pc:spChg>
        <pc:spChg chg="del">
          <ac:chgData name="Mitko Georgiev" userId="00b15eba56a69151" providerId="LiveId" clId="{3D2B6890-5A2E-4B04-B5A6-D42172752A5B}" dt="2024-12-05T03:10:46.651" v="1290" actId="478"/>
          <ac:spMkLst>
            <pc:docMk/>
            <pc:sldMk cId="3769877482" sldId="275"/>
            <ac:spMk id="4" creationId="{9B0E6EBB-F004-6CC0-BAA6-A51A14087258}"/>
          </ac:spMkLst>
        </pc:spChg>
        <pc:spChg chg="add del mod">
          <ac:chgData name="Mitko Georgiev" userId="00b15eba56a69151" providerId="LiveId" clId="{3D2B6890-5A2E-4B04-B5A6-D42172752A5B}" dt="2024-12-05T03:09:57.733" v="1270" actId="478"/>
          <ac:spMkLst>
            <pc:docMk/>
            <pc:sldMk cId="3769877482" sldId="275"/>
            <ac:spMk id="8" creationId="{06592A1C-06A6-2D1F-3051-9EE6449A9589}"/>
          </ac:spMkLst>
        </pc:spChg>
        <pc:graphicFrameChg chg="add mod">
          <ac:chgData name="Mitko Georgiev" userId="00b15eba56a69151" providerId="LiveId" clId="{3D2B6890-5A2E-4B04-B5A6-D42172752A5B}" dt="2024-12-05T03:11:15.841" v="1295" actId="14100"/>
          <ac:graphicFrameMkLst>
            <pc:docMk/>
            <pc:sldMk cId="3769877482" sldId="275"/>
            <ac:graphicFrameMk id="6" creationId="{8FC7BA8A-CEF3-DE67-5C34-C341C077E165}"/>
          </ac:graphicFrameMkLst>
        </pc:graphicFrameChg>
        <pc:picChg chg="add del mod ord">
          <ac:chgData name="Mitko Georgiev" userId="00b15eba56a69151" providerId="LiveId" clId="{3D2B6890-5A2E-4B04-B5A6-D42172752A5B}" dt="2024-12-05T03:09:47.004" v="1267" actId="478"/>
          <ac:picMkLst>
            <pc:docMk/>
            <pc:sldMk cId="3769877482" sldId="275"/>
            <ac:picMk id="5" creationId="{E8966DDE-1D5F-4CC0-B2AA-810D040523E2}"/>
          </ac:picMkLst>
        </pc:picChg>
      </pc:sldChg>
      <pc:sldChg chg="addSp modSp new mod modAnim">
        <pc:chgData name="Mitko Georgiev" userId="00b15eba56a69151" providerId="LiveId" clId="{3D2B6890-5A2E-4B04-B5A6-D42172752A5B}" dt="2024-12-05T03:21:41.555" v="1367" actId="208"/>
        <pc:sldMkLst>
          <pc:docMk/>
          <pc:sldMk cId="3873295491" sldId="275"/>
        </pc:sldMkLst>
        <pc:spChg chg="add mod">
          <ac:chgData name="Mitko Georgiev" userId="00b15eba56a69151" providerId="LiveId" clId="{3D2B6890-5A2E-4B04-B5A6-D42172752A5B}" dt="2024-12-05T03:17:21.553" v="1344" actId="404"/>
          <ac:spMkLst>
            <pc:docMk/>
            <pc:sldMk cId="3873295491" sldId="275"/>
            <ac:spMk id="3" creationId="{B0904E25-D4F4-4974-B137-A91D8D9C238B}"/>
          </ac:spMkLst>
        </pc:spChg>
        <pc:picChg chg="add mod">
          <ac:chgData name="Mitko Georgiev" userId="00b15eba56a69151" providerId="LiveId" clId="{3D2B6890-5A2E-4B04-B5A6-D42172752A5B}" dt="2024-12-05T03:21:41.555" v="1367" actId="208"/>
          <ac:picMkLst>
            <pc:docMk/>
            <pc:sldMk cId="3873295491" sldId="275"/>
            <ac:picMk id="2" creationId="{389F3497-50C1-04D6-5E0C-105F77C93436}"/>
          </ac:picMkLst>
        </pc:picChg>
      </pc:sldChg>
      <pc:sldChg chg="addSp delSp modSp new del mod">
        <pc:chgData name="Mitko Georgiev" userId="00b15eba56a69151" providerId="LiveId" clId="{3D2B6890-5A2E-4B04-B5A6-D42172752A5B}" dt="2024-12-05T03:46:40.497" v="1622" actId="2696"/>
        <pc:sldMkLst>
          <pc:docMk/>
          <pc:sldMk cId="1568408677" sldId="276"/>
        </pc:sldMkLst>
        <pc:spChg chg="add del mod">
          <ac:chgData name="Mitko Georgiev" userId="00b15eba56a69151" providerId="LiveId" clId="{3D2B6890-5A2E-4B04-B5A6-D42172752A5B}" dt="2024-12-05T03:30:23.994" v="1387"/>
          <ac:spMkLst>
            <pc:docMk/>
            <pc:sldMk cId="1568408677" sldId="276"/>
            <ac:spMk id="2" creationId="{2425159A-08F3-A21A-A136-6F0D3AC74B05}"/>
          </ac:spMkLst>
        </pc:spChg>
        <pc:spChg chg="add mod">
          <ac:chgData name="Mitko Georgiev" userId="00b15eba56a69151" providerId="LiveId" clId="{3D2B6890-5A2E-4B04-B5A6-D42172752A5B}" dt="2024-12-05T03:30:23.623" v="1385" actId="1076"/>
          <ac:spMkLst>
            <pc:docMk/>
            <pc:sldMk cId="1568408677" sldId="276"/>
            <ac:spMk id="3" creationId="{278AA214-6E60-62FA-019C-21B179CAC150}"/>
          </ac:spMkLst>
        </pc:spChg>
      </pc:sldChg>
      <pc:sldChg chg="addSp delSp modSp new mod ord">
        <pc:chgData name="Mitko Georgiev" userId="00b15eba56a69151" providerId="LiveId" clId="{3D2B6890-5A2E-4B04-B5A6-D42172752A5B}" dt="2024-12-05T03:47:02.702" v="1624"/>
        <pc:sldMkLst>
          <pc:docMk/>
          <pc:sldMk cId="3242521588" sldId="277"/>
        </pc:sldMkLst>
        <pc:spChg chg="mod">
          <ac:chgData name="Mitko Georgiev" userId="00b15eba56a69151" providerId="LiveId" clId="{3D2B6890-5A2E-4B04-B5A6-D42172752A5B}" dt="2024-12-05T03:31:03.042" v="1399" actId="20577"/>
          <ac:spMkLst>
            <pc:docMk/>
            <pc:sldMk cId="3242521588" sldId="277"/>
            <ac:spMk id="2" creationId="{BDCC64A0-EFB6-5534-FEB9-1BD2E9A8739C}"/>
          </ac:spMkLst>
        </pc:spChg>
        <pc:spChg chg="del">
          <ac:chgData name="Mitko Georgiev" userId="00b15eba56a69151" providerId="LiveId" clId="{3D2B6890-5A2E-4B04-B5A6-D42172752A5B}" dt="2024-12-05T03:30:58.319" v="1389" actId="22"/>
          <ac:spMkLst>
            <pc:docMk/>
            <pc:sldMk cId="3242521588" sldId="277"/>
            <ac:spMk id="3" creationId="{7A0A7788-F8F6-CCB9-4673-2E0D84045C02}"/>
          </ac:spMkLst>
        </pc:spChg>
        <pc:picChg chg="add mod ord">
          <ac:chgData name="Mitko Georgiev" userId="00b15eba56a69151" providerId="LiveId" clId="{3D2B6890-5A2E-4B04-B5A6-D42172752A5B}" dt="2024-12-05T03:30:58.319" v="1389" actId="22"/>
          <ac:picMkLst>
            <pc:docMk/>
            <pc:sldMk cId="3242521588" sldId="277"/>
            <ac:picMk id="5" creationId="{062560BA-921A-16B2-E861-D4A12CB7F025}"/>
          </ac:picMkLst>
        </pc:picChg>
      </pc:sldChg>
      <pc:sldChg chg="addSp delSp modSp new mod ord">
        <pc:chgData name="Mitko Georgiev" userId="00b15eba56a69151" providerId="LiveId" clId="{3D2B6890-5A2E-4B04-B5A6-D42172752A5B}" dt="2024-12-05T03:45:45.328" v="1613"/>
        <pc:sldMkLst>
          <pc:docMk/>
          <pc:sldMk cId="1544003213" sldId="278"/>
        </pc:sldMkLst>
        <pc:spChg chg="mod">
          <ac:chgData name="Mitko Georgiev" userId="00b15eba56a69151" providerId="LiveId" clId="{3D2B6890-5A2E-4B04-B5A6-D42172752A5B}" dt="2024-12-05T03:35:42.693" v="1427" actId="313"/>
          <ac:spMkLst>
            <pc:docMk/>
            <pc:sldMk cId="1544003213" sldId="278"/>
            <ac:spMk id="2" creationId="{73F9A6D3-70D0-556F-45D1-39DAFC3E84E0}"/>
          </ac:spMkLst>
        </pc:spChg>
        <pc:spChg chg="del mod">
          <ac:chgData name="Mitko Georgiev" userId="00b15eba56a69151" providerId="LiveId" clId="{3D2B6890-5A2E-4B04-B5A6-D42172752A5B}" dt="2024-12-05T03:34:21.500" v="1407" actId="22"/>
          <ac:spMkLst>
            <pc:docMk/>
            <pc:sldMk cId="1544003213" sldId="278"/>
            <ac:spMk id="3" creationId="{ACC7E19E-270B-F83F-E2FE-2D9BB4C51CDE}"/>
          </ac:spMkLst>
        </pc:spChg>
        <pc:graphicFrameChg chg="add del mod">
          <ac:chgData name="Mitko Georgiev" userId="00b15eba56a69151" providerId="LiveId" clId="{3D2B6890-5A2E-4B04-B5A6-D42172752A5B}" dt="2024-12-05T03:32:51.002" v="1403" actId="478"/>
          <ac:graphicFrameMkLst>
            <pc:docMk/>
            <pc:sldMk cId="1544003213" sldId="278"/>
            <ac:graphicFrameMk id="4" creationId="{BAEEEFD2-0555-1326-079C-EFA62E9E60C8}"/>
          </ac:graphicFrameMkLst>
        </pc:graphicFrameChg>
        <pc:picChg chg="add mod ord">
          <ac:chgData name="Mitko Georgiev" userId="00b15eba56a69151" providerId="LiveId" clId="{3D2B6890-5A2E-4B04-B5A6-D42172752A5B}" dt="2024-12-05T03:34:30.291" v="1408" actId="1076"/>
          <ac:picMkLst>
            <pc:docMk/>
            <pc:sldMk cId="1544003213" sldId="278"/>
            <ac:picMk id="6" creationId="{28A57E7C-C3D5-66AB-BAFB-F5098AF363E4}"/>
          </ac:picMkLst>
        </pc:picChg>
        <pc:picChg chg="add mod">
          <ac:chgData name="Mitko Georgiev" userId="00b15eba56a69151" providerId="LiveId" clId="{3D2B6890-5A2E-4B04-B5A6-D42172752A5B}" dt="2024-12-05T03:35:03.637" v="1413" actId="1076"/>
          <ac:picMkLst>
            <pc:docMk/>
            <pc:sldMk cId="1544003213" sldId="278"/>
            <ac:picMk id="8" creationId="{57615A7A-BEC0-CC71-A63A-5C1CFE127023}"/>
          </ac:picMkLst>
        </pc:picChg>
      </pc:sldChg>
      <pc:sldChg chg="addSp delSp modSp new mod ord">
        <pc:chgData name="Mitko Georgiev" userId="00b15eba56a69151" providerId="LiveId" clId="{3D2B6890-5A2E-4B04-B5A6-D42172752A5B}" dt="2024-12-05T03:46:01.505" v="1615"/>
        <pc:sldMkLst>
          <pc:docMk/>
          <pc:sldMk cId="1009128825" sldId="279"/>
        </pc:sldMkLst>
        <pc:spChg chg="mod">
          <ac:chgData name="Mitko Georgiev" userId="00b15eba56a69151" providerId="LiveId" clId="{3D2B6890-5A2E-4B04-B5A6-D42172752A5B}" dt="2024-12-05T03:37:25.874" v="1437" actId="122"/>
          <ac:spMkLst>
            <pc:docMk/>
            <pc:sldMk cId="1009128825" sldId="279"/>
            <ac:spMk id="2" creationId="{79655E2D-FDB3-C429-6EE3-6207B68E7B55}"/>
          </ac:spMkLst>
        </pc:spChg>
        <pc:spChg chg="del">
          <ac:chgData name="Mitko Georgiev" userId="00b15eba56a69151" providerId="LiveId" clId="{3D2B6890-5A2E-4B04-B5A6-D42172752A5B}" dt="2024-12-05T03:36:32.437" v="1436" actId="22"/>
          <ac:spMkLst>
            <pc:docMk/>
            <pc:sldMk cId="1009128825" sldId="279"/>
            <ac:spMk id="3" creationId="{011EA486-1A3B-B7F4-D3CF-67B3B499143D}"/>
          </ac:spMkLst>
        </pc:spChg>
        <pc:picChg chg="add mod ord">
          <ac:chgData name="Mitko Georgiev" userId="00b15eba56a69151" providerId="LiveId" clId="{3D2B6890-5A2E-4B04-B5A6-D42172752A5B}" dt="2024-12-05T03:37:28.311" v="1438" actId="1076"/>
          <ac:picMkLst>
            <pc:docMk/>
            <pc:sldMk cId="1009128825" sldId="279"/>
            <ac:picMk id="5" creationId="{A36DFB3E-FF5A-FA30-4836-5198F7A7A8D7}"/>
          </ac:picMkLst>
        </pc:picChg>
      </pc:sldChg>
      <pc:sldChg chg="addSp delSp modSp new mod ord">
        <pc:chgData name="Mitko Georgiev" userId="00b15eba56a69151" providerId="LiveId" clId="{3D2B6890-5A2E-4B04-B5A6-D42172752A5B}" dt="2024-12-05T03:45:18.466" v="1608" actId="1076"/>
        <pc:sldMkLst>
          <pc:docMk/>
          <pc:sldMk cId="2300362996" sldId="280"/>
        </pc:sldMkLst>
        <pc:spChg chg="mod">
          <ac:chgData name="Mitko Georgiev" userId="00b15eba56a69151" providerId="LiveId" clId="{3D2B6890-5A2E-4B04-B5A6-D42172752A5B}" dt="2024-12-05T03:45:11.873" v="1606"/>
          <ac:spMkLst>
            <pc:docMk/>
            <pc:sldMk cId="2300362996" sldId="280"/>
            <ac:spMk id="2" creationId="{BA50D88D-73E9-FED3-380E-1C0C38FF6071}"/>
          </ac:spMkLst>
        </pc:spChg>
        <pc:spChg chg="del">
          <ac:chgData name="Mitko Georgiev" userId="00b15eba56a69151" providerId="LiveId" clId="{3D2B6890-5A2E-4B04-B5A6-D42172752A5B}" dt="2024-12-05T03:38:09.136" v="1451" actId="22"/>
          <ac:spMkLst>
            <pc:docMk/>
            <pc:sldMk cId="2300362996" sldId="280"/>
            <ac:spMk id="3" creationId="{7AA57A36-E542-71CF-B0E9-D5441F6569C7}"/>
          </ac:spMkLst>
        </pc:spChg>
        <pc:picChg chg="add mod ord">
          <ac:chgData name="Mitko Georgiev" userId="00b15eba56a69151" providerId="LiveId" clId="{3D2B6890-5A2E-4B04-B5A6-D42172752A5B}" dt="2024-12-05T03:45:16.150" v="1607" actId="1076"/>
          <ac:picMkLst>
            <pc:docMk/>
            <pc:sldMk cId="2300362996" sldId="280"/>
            <ac:picMk id="5" creationId="{D5253CBF-2130-4C8E-55D9-A7BF616D5479}"/>
          </ac:picMkLst>
        </pc:picChg>
        <pc:picChg chg="add mod">
          <ac:chgData name="Mitko Georgiev" userId="00b15eba56a69151" providerId="LiveId" clId="{3D2B6890-5A2E-4B04-B5A6-D42172752A5B}" dt="2024-12-05T03:45:18.466" v="1608" actId="1076"/>
          <ac:picMkLst>
            <pc:docMk/>
            <pc:sldMk cId="2300362996" sldId="280"/>
            <ac:picMk id="6" creationId="{49555F0C-2B1C-CF81-98ED-F6DEC1306E66}"/>
          </ac:picMkLst>
        </pc:picChg>
      </pc:sldChg>
      <pc:sldChg chg="addSp delSp modSp new del mod ord">
        <pc:chgData name="Mitko Georgiev" userId="00b15eba56a69151" providerId="LiveId" clId="{3D2B6890-5A2E-4B04-B5A6-D42172752A5B}" dt="2024-12-05T03:45:22.218" v="1609" actId="2696"/>
        <pc:sldMkLst>
          <pc:docMk/>
          <pc:sldMk cId="310511406" sldId="281"/>
        </pc:sldMkLst>
        <pc:spChg chg="mod">
          <ac:chgData name="Mitko Georgiev" userId="00b15eba56a69151" providerId="LiveId" clId="{3D2B6890-5A2E-4B04-B5A6-D42172752A5B}" dt="2024-12-05T03:38:47.482" v="1473" actId="122"/>
          <ac:spMkLst>
            <pc:docMk/>
            <pc:sldMk cId="310511406" sldId="281"/>
            <ac:spMk id="2" creationId="{F58DE032-55CC-EEAC-1AAF-14BC91A96052}"/>
          </ac:spMkLst>
        </pc:spChg>
        <pc:spChg chg="del">
          <ac:chgData name="Mitko Georgiev" userId="00b15eba56a69151" providerId="LiveId" clId="{3D2B6890-5A2E-4B04-B5A6-D42172752A5B}" dt="2024-12-05T03:38:42.891" v="1471" actId="22"/>
          <ac:spMkLst>
            <pc:docMk/>
            <pc:sldMk cId="310511406" sldId="281"/>
            <ac:spMk id="3" creationId="{278FE80F-FEDC-8956-357A-D43F4D7EDAB8}"/>
          </ac:spMkLst>
        </pc:spChg>
        <pc:picChg chg="add mod ord">
          <ac:chgData name="Mitko Georgiev" userId="00b15eba56a69151" providerId="LiveId" clId="{3D2B6890-5A2E-4B04-B5A6-D42172752A5B}" dt="2024-12-05T03:38:53.058" v="1474" actId="1076"/>
          <ac:picMkLst>
            <pc:docMk/>
            <pc:sldMk cId="310511406" sldId="281"/>
            <ac:picMk id="5" creationId="{937803DE-4A11-85B6-0260-953086024205}"/>
          </ac:picMkLst>
        </pc:picChg>
      </pc:sldChg>
      <pc:sldChg chg="addSp delSp modSp new mod ord">
        <pc:chgData name="Mitko Georgiev" userId="00b15eba56a69151" providerId="LiveId" clId="{3D2B6890-5A2E-4B04-B5A6-D42172752A5B}" dt="2024-12-05T03:46:20.134" v="1619"/>
        <pc:sldMkLst>
          <pc:docMk/>
          <pc:sldMk cId="2697537541" sldId="282"/>
        </pc:sldMkLst>
        <pc:spChg chg="mod">
          <ac:chgData name="Mitko Georgiev" userId="00b15eba56a69151" providerId="LiveId" clId="{3D2B6890-5A2E-4B04-B5A6-D42172752A5B}" dt="2024-12-05T03:39:29.834" v="1489" actId="122"/>
          <ac:spMkLst>
            <pc:docMk/>
            <pc:sldMk cId="2697537541" sldId="282"/>
            <ac:spMk id="2" creationId="{254F7D01-425B-DA2D-EF5B-12B33556A106}"/>
          </ac:spMkLst>
        </pc:spChg>
        <pc:spChg chg="del">
          <ac:chgData name="Mitko Georgiev" userId="00b15eba56a69151" providerId="LiveId" clId="{3D2B6890-5A2E-4B04-B5A6-D42172752A5B}" dt="2024-12-05T03:39:27.304" v="1488" actId="22"/>
          <ac:spMkLst>
            <pc:docMk/>
            <pc:sldMk cId="2697537541" sldId="282"/>
            <ac:spMk id="3" creationId="{7152EBCE-D10B-8147-7472-C9A5C7380940}"/>
          </ac:spMkLst>
        </pc:spChg>
        <pc:picChg chg="add mod ord">
          <ac:chgData name="Mitko Georgiev" userId="00b15eba56a69151" providerId="LiveId" clId="{3D2B6890-5A2E-4B04-B5A6-D42172752A5B}" dt="2024-12-05T03:39:27.304" v="1488" actId="22"/>
          <ac:picMkLst>
            <pc:docMk/>
            <pc:sldMk cId="2697537541" sldId="282"/>
            <ac:picMk id="5" creationId="{4F645F92-DFA5-B42B-1040-3DA0690C0F90}"/>
          </ac:picMkLst>
        </pc:picChg>
      </pc:sldChg>
      <pc:sldChg chg="addSp delSp modSp new mod ord">
        <pc:chgData name="Mitko Georgiev" userId="00b15eba56a69151" providerId="LiveId" clId="{3D2B6890-5A2E-4B04-B5A6-D42172752A5B}" dt="2024-12-05T03:47:31.953" v="1626"/>
        <pc:sldMkLst>
          <pc:docMk/>
          <pc:sldMk cId="3473217005" sldId="283"/>
        </pc:sldMkLst>
        <pc:spChg chg="mod">
          <ac:chgData name="Mitko Georgiev" userId="00b15eba56a69151" providerId="LiveId" clId="{3D2B6890-5A2E-4B04-B5A6-D42172752A5B}" dt="2024-12-05T03:40:03.424" v="1520" actId="122"/>
          <ac:spMkLst>
            <pc:docMk/>
            <pc:sldMk cId="3473217005" sldId="283"/>
            <ac:spMk id="2" creationId="{596CC88E-BBA3-5014-0C25-0CFE8A9F9C8D}"/>
          </ac:spMkLst>
        </pc:spChg>
        <pc:spChg chg="del">
          <ac:chgData name="Mitko Georgiev" userId="00b15eba56a69151" providerId="LiveId" clId="{3D2B6890-5A2E-4B04-B5A6-D42172752A5B}" dt="2024-12-05T03:39:58.811" v="1519" actId="22"/>
          <ac:spMkLst>
            <pc:docMk/>
            <pc:sldMk cId="3473217005" sldId="283"/>
            <ac:spMk id="3" creationId="{DECB543B-8B02-4AF7-BFB2-E0FE57A5ACFC}"/>
          </ac:spMkLst>
        </pc:spChg>
        <pc:picChg chg="add mod ord">
          <ac:chgData name="Mitko Georgiev" userId="00b15eba56a69151" providerId="LiveId" clId="{3D2B6890-5A2E-4B04-B5A6-D42172752A5B}" dt="2024-12-05T03:39:58.811" v="1519" actId="22"/>
          <ac:picMkLst>
            <pc:docMk/>
            <pc:sldMk cId="3473217005" sldId="283"/>
            <ac:picMk id="5" creationId="{0928EBBC-26DB-9CF5-356A-BAE1C53ADB12}"/>
          </ac:picMkLst>
        </pc:picChg>
      </pc:sldChg>
      <pc:sldChg chg="addSp delSp modSp new mod ord">
        <pc:chgData name="Mitko Georgiev" userId="00b15eba56a69151" providerId="LiveId" clId="{3D2B6890-5A2E-4B04-B5A6-D42172752A5B}" dt="2024-12-05T03:47:59.434" v="1635" actId="20577"/>
        <pc:sldMkLst>
          <pc:docMk/>
          <pc:sldMk cId="4274242104" sldId="284"/>
        </pc:sldMkLst>
        <pc:spChg chg="mod">
          <ac:chgData name="Mitko Georgiev" userId="00b15eba56a69151" providerId="LiveId" clId="{3D2B6890-5A2E-4B04-B5A6-D42172752A5B}" dt="2024-12-05T03:47:59.434" v="1635" actId="20577"/>
          <ac:spMkLst>
            <pc:docMk/>
            <pc:sldMk cId="4274242104" sldId="284"/>
            <ac:spMk id="2" creationId="{FACFC161-1C3B-A214-34DC-9EF7F7EC76E2}"/>
          </ac:spMkLst>
        </pc:spChg>
        <pc:spChg chg="del mod">
          <ac:chgData name="Mitko Georgiev" userId="00b15eba56a69151" providerId="LiveId" clId="{3D2B6890-5A2E-4B04-B5A6-D42172752A5B}" dt="2024-12-05T03:40:31.671" v="1536" actId="22"/>
          <ac:spMkLst>
            <pc:docMk/>
            <pc:sldMk cId="4274242104" sldId="284"/>
            <ac:spMk id="3" creationId="{55FEB647-D4A2-92BF-5BD9-F0C84D1C4446}"/>
          </ac:spMkLst>
        </pc:spChg>
        <pc:picChg chg="add mod ord">
          <ac:chgData name="Mitko Georgiev" userId="00b15eba56a69151" providerId="LiveId" clId="{3D2B6890-5A2E-4B04-B5A6-D42172752A5B}" dt="2024-12-05T03:40:31.671" v="1536" actId="22"/>
          <ac:picMkLst>
            <pc:docMk/>
            <pc:sldMk cId="4274242104" sldId="284"/>
            <ac:picMk id="5" creationId="{95B5278E-9531-4E93-2568-E27E87CFC184}"/>
          </ac:picMkLst>
        </pc:picChg>
      </pc:sldChg>
      <pc:sldChg chg="addSp delSp modSp new mod ord">
        <pc:chgData name="Mitko Georgiev" userId="00b15eba56a69151" providerId="LiveId" clId="{3D2B6890-5A2E-4B04-B5A6-D42172752A5B}" dt="2024-12-05T03:44:02.648" v="1592"/>
        <pc:sldMkLst>
          <pc:docMk/>
          <pc:sldMk cId="4063639382" sldId="285"/>
        </pc:sldMkLst>
        <pc:spChg chg="mod">
          <ac:chgData name="Mitko Georgiev" userId="00b15eba56a69151" providerId="LiveId" clId="{3D2B6890-5A2E-4B04-B5A6-D42172752A5B}" dt="2024-12-05T03:41:55.039" v="1566" actId="20577"/>
          <ac:spMkLst>
            <pc:docMk/>
            <pc:sldMk cId="4063639382" sldId="285"/>
            <ac:spMk id="2" creationId="{4B3FDD06-7937-CF9D-A984-A12B1B05F552}"/>
          </ac:spMkLst>
        </pc:spChg>
        <pc:spChg chg="del">
          <ac:chgData name="Mitko Georgiev" userId="00b15eba56a69151" providerId="LiveId" clId="{3D2B6890-5A2E-4B04-B5A6-D42172752A5B}" dt="2024-12-05T03:41:46.731" v="1550" actId="22"/>
          <ac:spMkLst>
            <pc:docMk/>
            <pc:sldMk cId="4063639382" sldId="285"/>
            <ac:spMk id="3" creationId="{E6B47BEE-6499-C974-543F-448EE2953E19}"/>
          </ac:spMkLst>
        </pc:spChg>
        <pc:picChg chg="add mod ord">
          <ac:chgData name="Mitko Georgiev" userId="00b15eba56a69151" providerId="LiveId" clId="{3D2B6890-5A2E-4B04-B5A6-D42172752A5B}" dt="2024-12-05T03:42:16.775" v="1568" actId="1076"/>
          <ac:picMkLst>
            <pc:docMk/>
            <pc:sldMk cId="4063639382" sldId="285"/>
            <ac:picMk id="5" creationId="{352DDD16-1CCA-701A-EFDC-2D1EDB6FE3CF}"/>
          </ac:picMkLst>
        </pc:picChg>
        <pc:picChg chg="add mod">
          <ac:chgData name="Mitko Georgiev" userId="00b15eba56a69151" providerId="LiveId" clId="{3D2B6890-5A2E-4B04-B5A6-D42172752A5B}" dt="2024-12-05T03:42:19.315" v="1569" actId="1076"/>
          <ac:picMkLst>
            <pc:docMk/>
            <pc:sldMk cId="4063639382" sldId="285"/>
            <ac:picMk id="7" creationId="{B1096151-7787-CA3B-CF0D-7FA9395639F6}"/>
          </ac:picMkLst>
        </pc:picChg>
      </pc:sldChg>
      <pc:sldChg chg="addSp delSp modSp new mod ord">
        <pc:chgData name="Mitko Georgiev" userId="00b15eba56a69151" providerId="LiveId" clId="{3D2B6890-5A2E-4B04-B5A6-D42172752A5B}" dt="2024-12-05T03:44:20.609" v="1594"/>
        <pc:sldMkLst>
          <pc:docMk/>
          <pc:sldMk cId="3958216242" sldId="286"/>
        </pc:sldMkLst>
        <pc:spChg chg="mod">
          <ac:chgData name="Mitko Georgiev" userId="00b15eba56a69151" providerId="LiveId" clId="{3D2B6890-5A2E-4B04-B5A6-D42172752A5B}" dt="2024-12-05T03:43:25.782" v="1590" actId="122"/>
          <ac:spMkLst>
            <pc:docMk/>
            <pc:sldMk cId="3958216242" sldId="286"/>
            <ac:spMk id="2" creationId="{C103A543-F201-5E96-C195-D7DEF2B35A23}"/>
          </ac:spMkLst>
        </pc:spChg>
        <pc:spChg chg="del">
          <ac:chgData name="Mitko Georgiev" userId="00b15eba56a69151" providerId="LiveId" clId="{3D2B6890-5A2E-4B04-B5A6-D42172752A5B}" dt="2024-12-05T03:43:18.285" v="1589" actId="22"/>
          <ac:spMkLst>
            <pc:docMk/>
            <pc:sldMk cId="3958216242" sldId="286"/>
            <ac:spMk id="3" creationId="{4284E290-D2E6-B4CE-0C19-9D6AAB01B939}"/>
          </ac:spMkLst>
        </pc:spChg>
        <pc:picChg chg="add mod ord">
          <ac:chgData name="Mitko Georgiev" userId="00b15eba56a69151" providerId="LiveId" clId="{3D2B6890-5A2E-4B04-B5A6-D42172752A5B}" dt="2024-12-05T03:43:18.285" v="1589" actId="22"/>
          <ac:picMkLst>
            <pc:docMk/>
            <pc:sldMk cId="3958216242" sldId="286"/>
            <ac:picMk id="5" creationId="{F33249D6-E88D-520A-79D4-1CA5709D6D40}"/>
          </ac:picMkLst>
        </pc:picChg>
      </pc:sldChg>
      <pc:sldChg chg="addSp delSp modSp new mod">
        <pc:chgData name="Mitko Georgiev" userId="00b15eba56a69151" providerId="LiveId" clId="{3D2B6890-5A2E-4B04-B5A6-D42172752A5B}" dt="2024-12-05T13:52:20.648" v="1655" actId="478"/>
        <pc:sldMkLst>
          <pc:docMk/>
          <pc:sldMk cId="657619076" sldId="287"/>
        </pc:sldMkLst>
        <pc:spChg chg="mod">
          <ac:chgData name="Mitko Georgiev" userId="00b15eba56a69151" providerId="LiveId" clId="{3D2B6890-5A2E-4B04-B5A6-D42172752A5B}" dt="2024-12-05T13:49:40.654" v="1649" actId="20577"/>
          <ac:spMkLst>
            <pc:docMk/>
            <pc:sldMk cId="657619076" sldId="287"/>
            <ac:spMk id="2" creationId="{EA7C05C0-5C65-0ABC-67B9-B57958D9FF4B}"/>
          </ac:spMkLst>
        </pc:spChg>
        <pc:spChg chg="del">
          <ac:chgData name="Mitko Georgiev" userId="00b15eba56a69151" providerId="LiveId" clId="{3D2B6890-5A2E-4B04-B5A6-D42172752A5B}" dt="2024-12-05T13:52:20.648" v="1655" actId="478"/>
          <ac:spMkLst>
            <pc:docMk/>
            <pc:sldMk cId="657619076" sldId="287"/>
            <ac:spMk id="3" creationId="{816ADCBD-A405-A71F-B91F-F49A5DEA5563}"/>
          </ac:spMkLst>
        </pc:spChg>
        <pc:graphicFrameChg chg="add mod">
          <ac:chgData name="Mitko Georgiev" userId="00b15eba56a69151" providerId="LiveId" clId="{3D2B6890-5A2E-4B04-B5A6-D42172752A5B}" dt="2024-12-05T13:52:17.646" v="1654" actId="14100"/>
          <ac:graphicFrameMkLst>
            <pc:docMk/>
            <pc:sldMk cId="657619076" sldId="287"/>
            <ac:graphicFrameMk id="4" creationId="{BD4C365E-B44B-CEC6-8AC6-B7253F8A840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7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63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7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2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6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1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5049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97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12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4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4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770C8-4512-4E24-811E-8D76AA3934A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E6BE8-CDC2-4828-9008-D473D9261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79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ty2zbQ8X7K0?feature=oembed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DCBB-57E7-736D-572B-8B43D2FDA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7410" y="1803405"/>
            <a:ext cx="6483098" cy="1825096"/>
          </a:xfrm>
        </p:spPr>
        <p:txBody>
          <a:bodyPr>
            <a:normAutofit/>
          </a:bodyPr>
          <a:lstStyle/>
          <a:p>
            <a:r>
              <a:rPr lang="en-US" dirty="0"/>
              <a:t>Whack-a-Mole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56B5A-26AA-7F61-EAA2-607068E93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7410" y="3632201"/>
            <a:ext cx="6132990" cy="685800"/>
          </a:xfrm>
        </p:spPr>
        <p:txBody>
          <a:bodyPr>
            <a:normAutofit/>
          </a:bodyPr>
          <a:lstStyle/>
          <a:p>
            <a:r>
              <a:rPr lang="en-US" dirty="0"/>
              <a:t>By Mitko Georgiev</a:t>
            </a:r>
          </a:p>
        </p:txBody>
      </p:sp>
      <p:pic>
        <p:nvPicPr>
          <p:cNvPr id="1026" name="Picture 2" descr="A logo for a children's restaurant&#10;&#10;Description automatically generated">
            <a:extLst>
              <a:ext uri="{FF2B5EF4-FFF2-40B4-BE49-F238E27FC236}">
                <a16:creationId xmlns:a16="http://schemas.microsoft.com/office/drawing/2014/main" id="{271B7084-10F6-7EC4-A503-B85F5B627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752" y="1984879"/>
            <a:ext cx="2660904" cy="229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67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60D0-DEC7-9562-B1A9-1DB0C38F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9AD6-1682-8783-B40D-DBB99094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Its an arcade game developed in 1975 in which players use a mallet to hit moles which appear at random and hide back into their holes.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i="0" dirty="0">
                <a:effectLst/>
                <a:latin typeface="Roboto" panose="02000000000000000000" pitchFamily="2" charset="0"/>
              </a:rPr>
              <a:t>Note:</a:t>
            </a:r>
            <a:r>
              <a:rPr lang="en-US" sz="16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0" indent="0">
              <a:buNone/>
            </a:pPr>
            <a:r>
              <a:rPr lang="en-US" sz="1600" b="0" i="0" dirty="0">
                <a:effectLst/>
                <a:latin typeface="Roboto" panose="02000000000000000000" pitchFamily="2" charset="0"/>
              </a:rPr>
              <a:t>Whack-a-Mole is a game. I do not, in any way, shape, or form, condone animal cruelty.</a:t>
            </a:r>
            <a:endParaRPr lang="en-US" sz="160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toon of a mole with a hammer on its head">
            <a:extLst>
              <a:ext uri="{FF2B5EF4-FFF2-40B4-BE49-F238E27FC236}">
                <a16:creationId xmlns:a16="http://schemas.microsoft.com/office/drawing/2014/main" id="{DBD012F2-334A-0A8C-F439-64F279912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" r="2" b="2"/>
          <a:stretch/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54B983-9CE8-FC7F-ED49-5980BEF348F1}"/>
              </a:ext>
            </a:extLst>
          </p:cNvPr>
          <p:cNvSpPr/>
          <p:nvPr/>
        </p:nvSpPr>
        <p:spPr>
          <a:xfrm>
            <a:off x="685799" y="5047735"/>
            <a:ext cx="3880023" cy="12912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3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DB1D-5990-2E9A-A20D-70DDA86B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specifications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0AF8-CBB2-1FB2-759F-2BB1877CB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game starts with a 20 seconds countdown timer</a:t>
            </a:r>
          </a:p>
          <a:p>
            <a:endParaRPr lang="en-US" dirty="0"/>
          </a:p>
          <a:p>
            <a:r>
              <a:rPr lang="en-US" dirty="0"/>
              <a:t>The player must click the appropriate switch corresponding to the LED</a:t>
            </a:r>
          </a:p>
          <a:p>
            <a:pPr lvl="1"/>
            <a:r>
              <a:rPr lang="en-US" dirty="0"/>
              <a:t>LEDs represent the moles (16 LEDs)</a:t>
            </a:r>
          </a:p>
          <a:p>
            <a:pPr lvl="1"/>
            <a:r>
              <a:rPr lang="en-US" dirty="0"/>
              <a:t>Switches represent the hammer to whack the mole with (16 Switches)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Once the player hits the correct switch the score will go up by one</a:t>
            </a:r>
          </a:p>
          <a:p>
            <a:pPr lvl="1"/>
            <a:r>
              <a:rPr lang="en-US" dirty="0"/>
              <a:t>If the player misses the score will remain the same and a new LED will light up</a:t>
            </a:r>
          </a:p>
          <a:p>
            <a:pPr lvl="1"/>
            <a:r>
              <a:rPr lang="en-US" dirty="0"/>
              <a:t>Once the timer reaches zero the game is over</a:t>
            </a:r>
          </a:p>
          <a:p>
            <a:pPr lvl="1"/>
            <a:r>
              <a:rPr lang="en-US" dirty="0"/>
              <a:t>It only restarts if the reset button is pressed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8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EFCF-FF85-D20D-4C47-627E23D5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31" name="Content Placeholder 30" descr="A diagram of a computer&#10;&#10;Description automatically generated">
            <a:extLst>
              <a:ext uri="{FF2B5EF4-FFF2-40B4-BE49-F238E27FC236}">
                <a16:creationId xmlns:a16="http://schemas.microsoft.com/office/drawing/2014/main" id="{A3051089-5F35-F427-C252-8B21AFC15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32" y="1820917"/>
            <a:ext cx="11735297" cy="4894756"/>
          </a:xfrm>
        </p:spPr>
      </p:pic>
    </p:spTree>
    <p:extLst>
      <p:ext uri="{BB962C8B-B14F-4D97-AF65-F5344CB8AC3E}">
        <p14:creationId xmlns:p14="http://schemas.microsoft.com/office/powerpoint/2010/main" val="155692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05C0-5C65-0ABC-67B9-B57958D9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D4C365E-B44B-CEC6-8AC6-B7253F8A8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016319"/>
              </p:ext>
            </p:extLst>
          </p:nvPr>
        </p:nvGraphicFramePr>
        <p:xfrm>
          <a:off x="3618130" y="897554"/>
          <a:ext cx="4111784" cy="532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885902" imgH="5028805" progId="Acrobat.Document.DC">
                  <p:embed/>
                </p:oleObj>
              </mc:Choice>
              <mc:Fallback>
                <p:oleObj name="Acrobat Document" r:id="rId2" imgW="3885902" imgH="5028805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D4C365E-B44B-CEC6-8AC6-B7253F8A84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18130" y="897554"/>
                        <a:ext cx="4111784" cy="5321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7619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64A0-EFB6-5534-FEB9-1BD2E9A8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2560BA-921A-16B2-E861-D4A12CB7F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886" y="2529595"/>
            <a:ext cx="8306227" cy="3352972"/>
          </a:xfrm>
        </p:spPr>
      </p:pic>
    </p:spTree>
    <p:extLst>
      <p:ext uri="{BB962C8B-B14F-4D97-AF65-F5344CB8AC3E}">
        <p14:creationId xmlns:p14="http://schemas.microsoft.com/office/powerpoint/2010/main" val="324252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A7B9-158C-C0E7-2C86-B9BA336D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out - block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3848FF-CAF0-7FE5-046E-F833B1FA96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67794"/>
            <a:ext cx="1085931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Turns the fast board clock into a slower 1-second clock.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track of time starting from 20 seconds and counts down to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block controls the game timer, so you know how much time is left to 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0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C161-1C3B-A214-34DC-9EF7F7EC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Timer clock (fast)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5278E-9531-4E93-2568-E27E87CFC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0014" y="2193925"/>
            <a:ext cx="3871972" cy="4024313"/>
          </a:xfrm>
        </p:spPr>
      </p:pic>
    </p:spTree>
    <p:extLst>
      <p:ext uri="{BB962C8B-B14F-4D97-AF65-F5344CB8AC3E}">
        <p14:creationId xmlns:p14="http://schemas.microsoft.com/office/powerpoint/2010/main" val="427424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DD06-7937-CF9D-A984-A12B1B05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 count and timer clock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2DDD16-1CCA-701A-EFDC-2D1EDB6FE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365" y="2111972"/>
            <a:ext cx="5645440" cy="39816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96151-7787-CA3B-CF0D-7FA939563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550" y="1997375"/>
            <a:ext cx="3873699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39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16E5-E450-AF05-769F-23AFCBDA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Whack-a-Mole Game Block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55855E-BD5F-70BB-3CBC-1777391C21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83382"/>
            <a:ext cx="931197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Lights up random LEDs (the "moles").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how many moles the player "whacks" by pressing a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the player’s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core of the game—it runs the "whack-a-mole" logic!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079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A543-F201-5E96-C195-D7DEF2B3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Whack a mole game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249D6-E88D-520A-79D4-1CA5709D6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5758" y="3336087"/>
            <a:ext cx="4540483" cy="1739989"/>
          </a:xfrm>
        </p:spPr>
      </p:pic>
    </p:spTree>
    <p:extLst>
      <p:ext uri="{BB962C8B-B14F-4D97-AF65-F5344CB8AC3E}">
        <p14:creationId xmlns:p14="http://schemas.microsoft.com/office/powerpoint/2010/main" val="3958216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1DCA-30A1-67A9-C866-6C9F1E2C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Slow and 2-Bit Counter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2F08E0-2332-7C00-F7F8-6D7222C02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67686"/>
            <a:ext cx="1100653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Clock Slow Block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Slows down the board clock to 100Hz, which is better for controlling the moles.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2-Bit Counter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Cycles through 4 states [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Helps switch between the displays one at a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sequential mole activation and display multiplexing.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43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B1B6AF-3B38-9F51-F40E-55903A9B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Truth Table for 2-Bit Counter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ECC7D67-5B84-6071-6D25-C54ED16FC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799" y="2684230"/>
            <a:ext cx="3977639" cy="38541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The 2-bit counter cycles through four states (00, 01, 10, 11) and is used for display multiplexing or mole activation.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AFDB6EF-3214-5010-43B8-22D510CB5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284252"/>
              </p:ext>
            </p:extLst>
          </p:nvPr>
        </p:nvGraphicFramePr>
        <p:xfrm>
          <a:off x="4972699" y="968442"/>
          <a:ext cx="6533502" cy="50279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67581">
                  <a:extLst>
                    <a:ext uri="{9D8B030D-6E8A-4147-A177-3AD203B41FA5}">
                      <a16:colId xmlns:a16="http://schemas.microsoft.com/office/drawing/2014/main" val="1517600270"/>
                    </a:ext>
                  </a:extLst>
                </a:gridCol>
                <a:gridCol w="2110202">
                  <a:extLst>
                    <a:ext uri="{9D8B030D-6E8A-4147-A177-3AD203B41FA5}">
                      <a16:colId xmlns:a16="http://schemas.microsoft.com/office/drawing/2014/main" val="1569087683"/>
                    </a:ext>
                  </a:extLst>
                </a:gridCol>
                <a:gridCol w="1655719">
                  <a:extLst>
                    <a:ext uri="{9D8B030D-6E8A-4147-A177-3AD203B41FA5}">
                      <a16:colId xmlns:a16="http://schemas.microsoft.com/office/drawing/2014/main" val="4122617573"/>
                    </a:ext>
                  </a:extLst>
                </a:gridCol>
              </a:tblGrid>
              <a:tr h="8799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Clock Cycle</a:t>
                      </a:r>
                      <a:endParaRPr lang="en-US" sz="18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312076" marT="137491" marB="13749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Q1 (MSB)</a:t>
                      </a:r>
                      <a:endParaRPr lang="en-US" sz="18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312076" marT="137491" marB="13749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Q0 (LSB)</a:t>
                      </a:r>
                      <a:endParaRPr lang="en-US" sz="18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312076" marT="137491" marB="13749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417858"/>
                  </a:ext>
                </a:extLst>
              </a:tr>
              <a:tr h="8295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069574"/>
                  </a:ext>
                </a:extLst>
              </a:tr>
              <a:tr h="8295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11381"/>
                  </a:ext>
                </a:extLst>
              </a:tr>
              <a:tr h="8295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7858"/>
                  </a:ext>
                </a:extLst>
              </a:tr>
              <a:tr h="8295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87735"/>
                  </a:ext>
                </a:extLst>
              </a:tr>
              <a:tr h="8295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 (Repeat)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0128" marR="270467" marT="270467" marB="137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431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24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D88D-73E9-FED3-380E-1C0C38FF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Slow clock and Two-bit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253CBF-2130-4C8E-55D9-A7BF616D5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231" y="2372336"/>
            <a:ext cx="3245017" cy="3721291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9555F0C-2B1C-CF81-98ED-F6DEC130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049" y="2406597"/>
            <a:ext cx="2362321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6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A4EC-6F91-72A7-3D1A-C4DFBE87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BCD Module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55EAD2-D569-8AEE-BDF7-82669BF82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67795"/>
            <a:ext cx="91182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numbers from binary (how computers count) to decimal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(what we understand).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the score and timer easy to display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549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A6D3-70D0-556F-45D1-39DAFC3E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bcd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A57E7C-C3D5-66AB-BAFB-F5098AF36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52" y="2282825"/>
            <a:ext cx="3943595" cy="402431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615A7A-BEC0-CC71-A63A-5C1CFE12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365" y="4427468"/>
            <a:ext cx="6344989" cy="18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03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C8B2-3622-7833-EC6E-2C9C6490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4x1 Multiplexer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3D93C1-B1CA-45B6-C21F-244DEB82B3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67794"/>
            <a:ext cx="1149866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Chooses one number to send to the display at a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(timer ones, timer tens, score ones, or score tens).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the system handle multiple numbers without needing extra wires or circuits.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856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5E2D-FDB3-C429-6EE3-6207B68E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MUX 4:1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DFB3E-FF5A-FA30-4836-5198F7A7A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3845" y="2447874"/>
            <a:ext cx="3968954" cy="1962251"/>
          </a:xfrm>
        </p:spPr>
      </p:pic>
    </p:spTree>
    <p:extLst>
      <p:ext uri="{BB962C8B-B14F-4D97-AF65-F5344CB8AC3E}">
        <p14:creationId xmlns:p14="http://schemas.microsoft.com/office/powerpoint/2010/main" val="1009128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6A47-597B-0E97-0954-3668EF0F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2x4 Decoder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59C445-5237-FDA2-280E-36A5393D8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052460"/>
            <a:ext cx="104182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Picks which of the 4 displays to light up at any moment.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lets us use just one set of signals to control all the displays (multiplexing).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21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556C01-BA58-9EC2-2A47-7F13A1B9D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Truth Table for 2x4 Decoder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E754E-6A8A-9252-07A3-887C02556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3" y="2194560"/>
            <a:ext cx="5816600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The 2x4 decoder takes the 2-bit counter output and activates one of the four 7-segment displays (anodes).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6DF31F-92EC-1BCC-11C3-9FF215AF7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271040"/>
              </p:ext>
            </p:extLst>
          </p:nvPr>
        </p:nvGraphicFramePr>
        <p:xfrm>
          <a:off x="6985000" y="2879809"/>
          <a:ext cx="4521201" cy="242521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85437">
                  <a:extLst>
                    <a:ext uri="{9D8B030D-6E8A-4147-A177-3AD203B41FA5}">
                      <a16:colId xmlns:a16="http://schemas.microsoft.com/office/drawing/2014/main" val="2073872098"/>
                    </a:ext>
                  </a:extLst>
                </a:gridCol>
                <a:gridCol w="933941">
                  <a:extLst>
                    <a:ext uri="{9D8B030D-6E8A-4147-A177-3AD203B41FA5}">
                      <a16:colId xmlns:a16="http://schemas.microsoft.com/office/drawing/2014/main" val="56174101"/>
                    </a:ext>
                  </a:extLst>
                </a:gridCol>
                <a:gridCol w="933941">
                  <a:extLst>
                    <a:ext uri="{9D8B030D-6E8A-4147-A177-3AD203B41FA5}">
                      <a16:colId xmlns:a16="http://schemas.microsoft.com/office/drawing/2014/main" val="4145129861"/>
                    </a:ext>
                  </a:extLst>
                </a:gridCol>
                <a:gridCol w="933941">
                  <a:extLst>
                    <a:ext uri="{9D8B030D-6E8A-4147-A177-3AD203B41FA5}">
                      <a16:colId xmlns:a16="http://schemas.microsoft.com/office/drawing/2014/main" val="606098028"/>
                    </a:ext>
                  </a:extLst>
                </a:gridCol>
                <a:gridCol w="933941">
                  <a:extLst>
                    <a:ext uri="{9D8B030D-6E8A-4147-A177-3AD203B41FA5}">
                      <a16:colId xmlns:a16="http://schemas.microsoft.com/office/drawing/2014/main" val="2211597202"/>
                    </a:ext>
                  </a:extLst>
                </a:gridCol>
              </a:tblGrid>
              <a:tr h="865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Input (Q1 Q0)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Output (An3)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Output (An2)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Output (An1)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Output (An0)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647714"/>
                  </a:ext>
                </a:extLst>
              </a:tr>
              <a:tr h="40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841290"/>
                  </a:ext>
                </a:extLst>
              </a:tr>
              <a:tr h="3736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328699"/>
                  </a:ext>
                </a:extLst>
              </a:tr>
              <a:tr h="40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99046"/>
                  </a:ext>
                </a:extLst>
              </a:tr>
              <a:tr h="3736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3522" marR="11940" marT="68824" marB="6882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852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206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7D01-425B-DA2D-EF5B-12B33556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Decoder 2:4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45F92-DFA5-B42B-1040-3DA0690C0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327" y="2993169"/>
            <a:ext cx="1873346" cy="2425825"/>
          </a:xfrm>
        </p:spPr>
      </p:pic>
    </p:spTree>
    <p:extLst>
      <p:ext uri="{BB962C8B-B14F-4D97-AF65-F5344CB8AC3E}">
        <p14:creationId xmlns:p14="http://schemas.microsoft.com/office/powerpoint/2010/main" val="269753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928B-E783-FDA6-7C2B-13549D08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to 7-Segment Decoder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5ED750-6006-4540-4A94-147FE32A4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67794"/>
            <a:ext cx="1007679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the decimal number into signals to light up specific parts of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7-segment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Turns the numbers into something we can see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50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E33F-B63B-164E-482E-17CEA8E5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7-Segment Displays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ADE922-08EC-88E2-894E-64787AD632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67794"/>
            <a:ext cx="917655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 displays show the timer (how much time is left).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 displays show the score (how many moles you’ve whacked).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gives the player real-time feedback about their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19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0B964-2331-BB9A-32C5-92F943E3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Truth Table for BCD-to-7-Segment Decoder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6DCFC-ABAF-6DF1-8A6F-EFEB2B1DB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743199"/>
            <a:ext cx="3977639" cy="347548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The BCD-to-7-segment decoder converts a BCD input into control signals for the segments (A-G) of a 7-segment display.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F0F971-78A5-BA93-BBB5-018DF0165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35140"/>
              </p:ext>
            </p:extLst>
          </p:nvPr>
        </p:nvGraphicFramePr>
        <p:xfrm>
          <a:off x="5358892" y="746126"/>
          <a:ext cx="5761118" cy="547256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21105">
                  <a:extLst>
                    <a:ext uri="{9D8B030D-6E8A-4147-A177-3AD203B41FA5}">
                      <a16:colId xmlns:a16="http://schemas.microsoft.com/office/drawing/2014/main" val="1619261846"/>
                    </a:ext>
                  </a:extLst>
                </a:gridCol>
                <a:gridCol w="514330">
                  <a:extLst>
                    <a:ext uri="{9D8B030D-6E8A-4147-A177-3AD203B41FA5}">
                      <a16:colId xmlns:a16="http://schemas.microsoft.com/office/drawing/2014/main" val="774527222"/>
                    </a:ext>
                  </a:extLst>
                </a:gridCol>
                <a:gridCol w="451365">
                  <a:extLst>
                    <a:ext uri="{9D8B030D-6E8A-4147-A177-3AD203B41FA5}">
                      <a16:colId xmlns:a16="http://schemas.microsoft.com/office/drawing/2014/main" val="2844831709"/>
                    </a:ext>
                  </a:extLst>
                </a:gridCol>
                <a:gridCol w="540841">
                  <a:extLst>
                    <a:ext uri="{9D8B030D-6E8A-4147-A177-3AD203B41FA5}">
                      <a16:colId xmlns:a16="http://schemas.microsoft.com/office/drawing/2014/main" val="3467676373"/>
                    </a:ext>
                  </a:extLst>
                </a:gridCol>
                <a:gridCol w="514330">
                  <a:extLst>
                    <a:ext uri="{9D8B030D-6E8A-4147-A177-3AD203B41FA5}">
                      <a16:colId xmlns:a16="http://schemas.microsoft.com/office/drawing/2014/main" val="3740328013"/>
                    </a:ext>
                  </a:extLst>
                </a:gridCol>
                <a:gridCol w="444736">
                  <a:extLst>
                    <a:ext uri="{9D8B030D-6E8A-4147-A177-3AD203B41FA5}">
                      <a16:colId xmlns:a16="http://schemas.microsoft.com/office/drawing/2014/main" val="3441064155"/>
                    </a:ext>
                  </a:extLst>
                </a:gridCol>
                <a:gridCol w="444736">
                  <a:extLst>
                    <a:ext uri="{9D8B030D-6E8A-4147-A177-3AD203B41FA5}">
                      <a16:colId xmlns:a16="http://schemas.microsoft.com/office/drawing/2014/main" val="3118234279"/>
                    </a:ext>
                  </a:extLst>
                </a:gridCol>
                <a:gridCol w="564039">
                  <a:extLst>
                    <a:ext uri="{9D8B030D-6E8A-4147-A177-3AD203B41FA5}">
                      <a16:colId xmlns:a16="http://schemas.microsoft.com/office/drawing/2014/main" val="2384989454"/>
                    </a:ext>
                  </a:extLst>
                </a:gridCol>
                <a:gridCol w="1265636">
                  <a:extLst>
                    <a:ext uri="{9D8B030D-6E8A-4147-A177-3AD203B41FA5}">
                      <a16:colId xmlns:a16="http://schemas.microsoft.com/office/drawing/2014/main" val="3466412229"/>
                    </a:ext>
                  </a:extLst>
                </a:gridCol>
              </a:tblGrid>
              <a:tr h="7668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BCD Input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Displayed Digit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840184"/>
                  </a:ext>
                </a:extLst>
              </a:tr>
              <a:tr h="493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0000 (0)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543165"/>
                  </a:ext>
                </a:extLst>
              </a:tr>
              <a:tr h="447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0001 (1)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347769"/>
                  </a:ext>
                </a:extLst>
              </a:tr>
              <a:tr h="493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0010 (2)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569742"/>
                  </a:ext>
                </a:extLst>
              </a:tr>
              <a:tr h="447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0011 (3)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83230"/>
                  </a:ext>
                </a:extLst>
              </a:tr>
              <a:tr h="493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0100 (4)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770287"/>
                  </a:ext>
                </a:extLst>
              </a:tr>
              <a:tr h="447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0101 (5)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01932"/>
                  </a:ext>
                </a:extLst>
              </a:tr>
              <a:tr h="493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0110 (6)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26636"/>
                  </a:ext>
                </a:extLst>
              </a:tr>
              <a:tr h="447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0111 (7)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53707"/>
                  </a:ext>
                </a:extLst>
              </a:tr>
              <a:tr h="493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1000 (8)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218524"/>
                  </a:ext>
                </a:extLst>
              </a:tr>
              <a:tr h="447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1001 (9)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192" marR="8192" marT="82583" marB="825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07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522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C88E-BBA3-5014-0C25-0CFE8A9F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Bcd to 7 seg displays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8EBBC-26DB-9CF5-356A-BAE1C53AD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2488" y="2193925"/>
            <a:ext cx="2387023" cy="4024313"/>
          </a:xfrm>
        </p:spPr>
      </p:pic>
    </p:spTree>
    <p:extLst>
      <p:ext uri="{BB962C8B-B14F-4D97-AF65-F5344CB8AC3E}">
        <p14:creationId xmlns:p14="http://schemas.microsoft.com/office/powerpoint/2010/main" val="3473217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294B-D12E-F48B-FA87-08954672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450" y="506072"/>
            <a:ext cx="8610600" cy="1293028"/>
          </a:xfrm>
        </p:spPr>
        <p:txBody>
          <a:bodyPr/>
          <a:lstStyle/>
          <a:p>
            <a:r>
              <a:rPr lang="en-US" dirty="0"/>
              <a:t>Simulation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2BB6679-4A6D-C35A-D293-BE4D01366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268" y="1799100"/>
            <a:ext cx="7081464" cy="4646470"/>
          </a:xfrm>
        </p:spPr>
      </p:pic>
    </p:spTree>
    <p:extLst>
      <p:ext uri="{BB962C8B-B14F-4D97-AF65-F5344CB8AC3E}">
        <p14:creationId xmlns:p14="http://schemas.microsoft.com/office/powerpoint/2010/main" val="3362191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2EC0-607D-202B-1540-CC8E45D0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Pin Connections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5DA185BF-3274-BAC1-4FA3-D1A004FCA4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35594"/>
            <a:ext cx="5334000" cy="3540974"/>
          </a:xfrm>
        </p:spPr>
      </p:pic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54E97D2C-732B-2E58-BE29-F58685A177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63959"/>
            <a:ext cx="5334000" cy="3484245"/>
          </a:xfrm>
        </p:spPr>
      </p:pic>
    </p:spTree>
    <p:extLst>
      <p:ext uri="{BB962C8B-B14F-4D97-AF65-F5344CB8AC3E}">
        <p14:creationId xmlns:p14="http://schemas.microsoft.com/office/powerpoint/2010/main" val="1718905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9CBC-1AA4-9DCA-1FA2-5D4219B2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9D34D0-8D7D-720E-7C83-E2D69BAD59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98462"/>
            <a:ext cx="1145057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 built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hardware game with a timer, a score tracker, and a fun way to 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 learned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use clocks, counters, multiplexers, and displays to build a working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could be next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moles, make the game faster, or even add difficulty levels!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6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Whackamole FPA Game">
            <a:hlinkClick r:id="" action="ppaction://media"/>
            <a:extLst>
              <a:ext uri="{FF2B5EF4-FFF2-40B4-BE49-F238E27FC236}">
                <a16:creationId xmlns:a16="http://schemas.microsoft.com/office/drawing/2014/main" id="{389F3497-50C1-04D6-5E0C-105F77C9343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96000" y="1144485"/>
            <a:ext cx="2660650" cy="470873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04E25-D4F4-4974-B137-A91D8D9C238B}"/>
              </a:ext>
            </a:extLst>
          </p:cNvPr>
          <p:cNvSpPr txBox="1"/>
          <p:nvPr/>
        </p:nvSpPr>
        <p:spPr>
          <a:xfrm>
            <a:off x="1244600" y="2451100"/>
            <a:ext cx="2355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GAME VIDEO</a:t>
            </a:r>
          </a:p>
        </p:txBody>
      </p:sp>
    </p:spTree>
    <p:extLst>
      <p:ext uri="{BB962C8B-B14F-4D97-AF65-F5344CB8AC3E}">
        <p14:creationId xmlns:p14="http://schemas.microsoft.com/office/powerpoint/2010/main" val="387329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F58E-9A90-4A05-AB3E-2561ED272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32902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/>
              <a:t>THE END</a:t>
            </a:r>
            <a:br>
              <a:rPr lang="en-US" sz="6600" dirty="0"/>
            </a:br>
            <a:br>
              <a:rPr lang="en-US" sz="6600" dirty="0"/>
            </a:br>
            <a:r>
              <a:rPr lang="en-US" sz="6600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50010909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2286</TotalTime>
  <Words>924</Words>
  <Application>Microsoft Office PowerPoint</Application>
  <PresentationFormat>Widescreen</PresentationFormat>
  <Paragraphs>251</Paragraphs>
  <Slides>30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 Narrow</vt:lpstr>
      <vt:lpstr>Arial</vt:lpstr>
      <vt:lpstr>Century Gothic</vt:lpstr>
      <vt:lpstr>Roboto</vt:lpstr>
      <vt:lpstr>Times New Roman</vt:lpstr>
      <vt:lpstr>Vapor Trail</vt:lpstr>
      <vt:lpstr>Adobe Acrobat Document</vt:lpstr>
      <vt:lpstr>Whack-a-Mole</vt:lpstr>
      <vt:lpstr>What is it?</vt:lpstr>
      <vt:lpstr>Design specifications </vt:lpstr>
      <vt:lpstr>Block diagram</vt:lpstr>
      <vt:lpstr>Schematic</vt:lpstr>
      <vt:lpstr>Top module</vt:lpstr>
      <vt:lpstr>Clock out - block</vt:lpstr>
      <vt:lpstr>Timer clock (fast)</vt:lpstr>
      <vt:lpstr>Timer count and timer clock</vt:lpstr>
      <vt:lpstr>Whack-a-Mole Game Block</vt:lpstr>
      <vt:lpstr>Whack a mole game</vt:lpstr>
      <vt:lpstr>Clock Slow and 2-Bit Counter</vt:lpstr>
      <vt:lpstr>Truth Table for 2-Bit Counter</vt:lpstr>
      <vt:lpstr>Slow clock and Two-bit counter</vt:lpstr>
      <vt:lpstr>Binary to BCD Module</vt:lpstr>
      <vt:lpstr>Binary to bcd</vt:lpstr>
      <vt:lpstr>4x1 Multiplexer</vt:lpstr>
      <vt:lpstr>MUX 4:1</vt:lpstr>
      <vt:lpstr>2x4 Decoder</vt:lpstr>
      <vt:lpstr>Truth Table for 2x4 Decoder</vt:lpstr>
      <vt:lpstr>Decoder 2:4</vt:lpstr>
      <vt:lpstr>BCD to 7-Segment Decoder</vt:lpstr>
      <vt:lpstr>7-Segment Displays</vt:lpstr>
      <vt:lpstr>Truth Table for BCD-to-7-Segment Decoder</vt:lpstr>
      <vt:lpstr>Bcd to 7 seg displays</vt:lpstr>
      <vt:lpstr>Simulation</vt:lpstr>
      <vt:lpstr>Pin Connections</vt:lpstr>
      <vt:lpstr>Final Thoughts</vt:lpstr>
      <vt:lpstr>PowerPoint Presentation</vt:lpstr>
      <vt:lpstr>THE END  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Mitko Georgiev</dc:creator>
  <cp:lastModifiedBy>Mitko Georgiev</cp:lastModifiedBy>
  <cp:revision>1</cp:revision>
  <dcterms:created xsi:type="dcterms:W3CDTF">2024-12-02T15:45:49Z</dcterms:created>
  <dcterms:modified xsi:type="dcterms:W3CDTF">2024-12-05T13:52:28Z</dcterms:modified>
</cp:coreProperties>
</file>